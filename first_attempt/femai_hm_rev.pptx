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5" r:id="rId3"/>
  </p:sldMasterIdLst>
  <p:notesMasterIdLst>
    <p:notesMasterId r:id="rId5"/>
  </p:notesMasterIdLst>
  <p:sldIdLst>
    <p:sldId id="256" r:id="rId4"/>
    <p:sldId id="257" r:id="rId6"/>
    <p:sldId id="269" r:id="rId7"/>
    <p:sldId id="258" r:id="rId8"/>
    <p:sldId id="266" r:id="rId9"/>
    <p:sldId id="261" r:id="rId10"/>
    <p:sldId id="267" r:id="rId11"/>
    <p:sldId id="270" r:id="rId12"/>
    <p:sldId id="263" r:id="rId13"/>
    <p:sldId id="262" r:id="rId14"/>
    <p:sldId id="272" r:id="rId15"/>
    <p:sldId id="271" r:id="rId16"/>
    <p:sldId id="264" r:id="rId17"/>
    <p:sldId id="268" r:id="rId18"/>
    <p:sldId id="260" r:id="rId19"/>
  </p:sldIdLst>
  <p:sldSz cx="10080625" cy="7559675"/>
  <p:notesSz cx="6858000" cy="9144000"/>
  <p:defaultTextStyle>
    <a:defPPr>
      <a:defRPr lang="en-US"/>
    </a:defPPr>
    <a:lvl1pPr marL="0" lvl="0" indent="0" algn="l" defTabSz="457200" rtl="0" eaLnBrk="0" fontAlgn="base" latinLnBrk="0" hangingPunct="0">
      <a:lnSpc>
        <a:spcPct val="100000"/>
      </a:lnSpc>
      <a:spcBef>
        <a:spcPct val="0"/>
      </a:spcBef>
      <a:spcAft>
        <a:spcPct val="0"/>
      </a:spcAft>
      <a:buNone/>
      <a:defRPr b="0" i="0" u="none" kern="1200" baseline="0">
        <a:solidFill>
          <a:schemeClr val="tx1"/>
        </a:solidFill>
        <a:latin typeface="Trebuchet MS" panose="020B0603020202020204" pitchFamily="34" charset="0"/>
        <a:ea typeface="+mn-ea"/>
        <a:cs typeface="+mn-cs"/>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Trebuchet MS" panose="020B0603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Trebuchet MS" panose="020B0603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Trebuchet MS" panose="020B0603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Trebuchet MS" panose="020B0603020202020204" pitchFamily="34" charset="0"/>
        <a:ea typeface="+mn-ea"/>
        <a:cs typeface="+mn-cs"/>
      </a:defRPr>
    </a:lvl5pPr>
    <a:lvl6pPr marL="2286000" lvl="5" indent="0" algn="l" defTabSz="457200" rtl="0" eaLnBrk="0" fontAlgn="base" latinLnBrk="0" hangingPunct="0">
      <a:lnSpc>
        <a:spcPct val="100000"/>
      </a:lnSpc>
      <a:spcBef>
        <a:spcPct val="0"/>
      </a:spcBef>
      <a:spcAft>
        <a:spcPct val="0"/>
      </a:spcAft>
      <a:buNone/>
      <a:defRPr b="0" i="0" u="none" kern="1200" baseline="0">
        <a:solidFill>
          <a:schemeClr val="tx1"/>
        </a:solidFill>
        <a:latin typeface="Trebuchet MS" panose="020B0603020202020204" pitchFamily="34" charset="0"/>
        <a:ea typeface="+mn-ea"/>
        <a:cs typeface="+mn-cs"/>
      </a:defRPr>
    </a:lvl6pPr>
    <a:lvl7pPr marL="2743200" lvl="6" indent="0" algn="l" defTabSz="457200" rtl="0" eaLnBrk="0" fontAlgn="base" latinLnBrk="0" hangingPunct="0">
      <a:lnSpc>
        <a:spcPct val="100000"/>
      </a:lnSpc>
      <a:spcBef>
        <a:spcPct val="0"/>
      </a:spcBef>
      <a:spcAft>
        <a:spcPct val="0"/>
      </a:spcAft>
      <a:buNone/>
      <a:defRPr b="0" i="0" u="none" kern="1200" baseline="0">
        <a:solidFill>
          <a:schemeClr val="tx1"/>
        </a:solidFill>
        <a:latin typeface="Trebuchet MS" panose="020B0603020202020204" pitchFamily="34" charset="0"/>
        <a:ea typeface="+mn-ea"/>
        <a:cs typeface="+mn-cs"/>
      </a:defRPr>
    </a:lvl7pPr>
    <a:lvl8pPr marL="3200400" lvl="7" indent="0" algn="l" defTabSz="457200" rtl="0" eaLnBrk="0" fontAlgn="base" latinLnBrk="0" hangingPunct="0">
      <a:lnSpc>
        <a:spcPct val="100000"/>
      </a:lnSpc>
      <a:spcBef>
        <a:spcPct val="0"/>
      </a:spcBef>
      <a:spcAft>
        <a:spcPct val="0"/>
      </a:spcAft>
      <a:buNone/>
      <a:defRPr b="0" i="0" u="none" kern="1200" baseline="0">
        <a:solidFill>
          <a:schemeClr val="tx1"/>
        </a:solidFill>
        <a:latin typeface="Trebuchet MS" panose="020B0603020202020204" pitchFamily="34" charset="0"/>
        <a:ea typeface="+mn-ea"/>
        <a:cs typeface="+mn-cs"/>
      </a:defRPr>
    </a:lvl8pPr>
    <a:lvl9pPr marL="3657600" lvl="8" indent="0" algn="l" defTabSz="457200" rtl="0" eaLnBrk="0" fontAlgn="base" latinLnBrk="0" hangingPunct="0">
      <a:lnSpc>
        <a:spcPct val="100000"/>
      </a:lnSpc>
      <a:spcBef>
        <a:spcPct val="0"/>
      </a:spcBef>
      <a:spcAft>
        <a:spcPct val="0"/>
      </a:spcAft>
      <a:buNone/>
      <a:defRPr b="0" i="0" u="none" kern="1200" baseline="0">
        <a:solidFill>
          <a:schemeClr val="tx1"/>
        </a:solidFill>
        <a:latin typeface="Trebuchet MS" panose="020B0603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5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96"/>
    <p:restoredTop sz="94631"/>
  </p:normalViewPr>
  <p:slideViewPr>
    <p:cSldViewPr showGuides="1">
      <p:cViewPr varScale="1">
        <p:scale>
          <a:sx n="68" d="100"/>
          <a:sy n="68" d="100"/>
        </p:scale>
        <p:origin x="1608" y="58"/>
      </p:cViewPr>
      <p:guideLst>
        <p:guide orient="horz" pos="2160"/>
        <p:guide pos="2858"/>
      </p:guideLst>
    </p:cSldViewPr>
  </p:slideViewPr>
  <p:outlineViewPr>
    <p:cViewPr varScale="1">
      <p:scale>
        <a:sx n="170" d="200"/>
        <a:sy n="170" d="2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122" name="Rectangle 1"/>
          <p:cNvSpPr>
            <a:spLocks noGrp="1"/>
          </p:cNvSpPr>
          <p:nvPr>
            <p:ph type="sldImg"/>
          </p:nvPr>
        </p:nvSpPr>
        <p:spPr>
          <a:xfrm>
            <a:off x="215900" y="812800"/>
            <a:ext cx="7126288" cy="4006850"/>
          </a:xfrm>
          <a:prstGeom prst="rect">
            <a:avLst/>
          </a:prstGeom>
          <a:noFill/>
          <a:ln w="9525">
            <a:noFill/>
          </a:ln>
        </p:spPr>
      </p:sp>
      <p:sp>
        <p:nvSpPr>
          <p:cNvPr id="2" name="Rectangle 2"/>
          <p:cNvSpPr>
            <a:spLocks noGrp="1" noChangeArrowheads="1"/>
          </p:cNvSpPr>
          <p:nvPr>
            <p:ph type="body"/>
          </p:nvPr>
        </p:nvSpPr>
        <p:spPr bwMode="auto">
          <a:xfrm>
            <a:off x="755650" y="5078413"/>
            <a:ext cx="6046788" cy="4810125"/>
          </a:xfrm>
          <a:prstGeom prst="rect">
            <a:avLst/>
          </a:prstGeom>
          <a:noFill/>
          <a:ln>
            <a:noFill/>
          </a:ln>
          <a:effectLst/>
        </p:spPr>
        <p:txBody>
          <a:bodyPr vert="horz" wrap="square" lIns="0" tIns="0" rIns="0" bIns="0" numCol="1" anchor="t" anchorCtr="0" compatLnSpc="1"/>
          <a:lstStyle/>
          <a:p>
            <a:pPr marL="0" marR="0" lvl="0" indent="0" algn="l" defTabSz="44958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a:pPr>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6" charset="0"/>
              <a:ea typeface="+mn-ea"/>
              <a:cs typeface="+mn-cs"/>
            </a:endParaRPr>
          </a:p>
        </p:txBody>
      </p:sp>
      <p:sp>
        <p:nvSpPr>
          <p:cNvPr id="3075" name="Rectangle 3"/>
          <p:cNvSpPr>
            <a:spLocks noGrp="1" noChangeArrowheads="1"/>
          </p:cNvSpPr>
          <p:nvPr>
            <p:ph type="hdr"/>
          </p:nvPr>
        </p:nvSpPr>
        <p:spPr bwMode="auto">
          <a:xfrm>
            <a:off x="0" y="0"/>
            <a:ext cx="3279775" cy="533400"/>
          </a:xfrm>
          <a:prstGeom prst="rect">
            <a:avLst/>
          </a:prstGeom>
          <a:noFill/>
          <a:ln>
            <a:noFill/>
          </a:ln>
          <a:effectLst/>
        </p:spPr>
        <p:txBody>
          <a:bodyPr vert="horz" wrap="square" lIns="0" tIns="0" rIns="0" bIns="0" numCol="1" anchor="t" anchorCtr="0" compatLnSpc="1"/>
          <a:lstStyle>
            <a:lvl1pPr eaLnBrk="1" fontAlgn="auto"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Lst>
              <a:defRPr sz="1400">
                <a:solidFill>
                  <a:srgbClr val="000000"/>
                </a:solidFill>
                <a:latin typeface="Times New Roman" panose="02020603050405020304" pitchFamily="16" charset="0"/>
                <a:cs typeface="DejaVu Sans" charset="0"/>
              </a:defRPr>
            </a:lvl1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Lst>
              <a:defRPr/>
            </a:pPr>
            <a:endParaRPr kumimoji="0" lang="en-IN" altLang="en-US" sz="1400" b="0" i="0" u="none" strike="noStrike" kern="1200" cap="none" spc="0" normalizeH="0" baseline="0" noProof="0">
              <a:ln>
                <a:noFill/>
              </a:ln>
              <a:solidFill>
                <a:srgbClr val="000000"/>
              </a:solidFill>
              <a:effectLst/>
              <a:uLnTx/>
              <a:uFillTx/>
              <a:latin typeface="Times New Roman" panose="02020603050405020304" pitchFamily="16" charset="0"/>
              <a:ea typeface="+mn-ea"/>
              <a:cs typeface="DejaVu Sans" charset="0"/>
            </a:endParaRPr>
          </a:p>
        </p:txBody>
      </p:sp>
      <p:sp>
        <p:nvSpPr>
          <p:cNvPr id="3076" name="Rectangle 4"/>
          <p:cNvSpPr>
            <a:spLocks noGrp="1" noChangeArrowheads="1"/>
          </p:cNvSpPr>
          <p:nvPr>
            <p:ph type="dt"/>
          </p:nvPr>
        </p:nvSpPr>
        <p:spPr bwMode="auto">
          <a:xfrm>
            <a:off x="4278313" y="0"/>
            <a:ext cx="3279775" cy="533400"/>
          </a:xfrm>
          <a:prstGeom prst="rect">
            <a:avLst/>
          </a:prstGeom>
          <a:noFill/>
          <a:ln>
            <a:noFill/>
          </a:ln>
          <a:effectLst/>
        </p:spPr>
        <p:txBody>
          <a:bodyPr vert="horz" wrap="square" lIns="0" tIns="0" rIns="0" bIns="0" numCol="1" anchor="t" anchorCtr="0" compatLnSpc="1"/>
          <a:lstStyle>
            <a:lvl1pPr algn="r" eaLnBrk="1" fontAlgn="auto"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Lst>
              <a:defRPr sz="1400">
                <a:solidFill>
                  <a:srgbClr val="000000"/>
                </a:solidFill>
                <a:latin typeface="Times New Roman" panose="02020603050405020304" pitchFamily="16" charset="0"/>
                <a:cs typeface="DejaVu Sans" charset="0"/>
              </a:defRPr>
            </a:lvl1pPr>
          </a:lstStyle>
          <a:p>
            <a:pPr marL="0" marR="0" lvl="0" indent="0" algn="r"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Lst>
              <a:defRPr/>
            </a:pPr>
            <a:endParaRPr kumimoji="0" lang="en-IN" altLang="en-US" sz="1400" b="0" i="0" u="none" strike="noStrike" kern="1200" cap="none" spc="0" normalizeH="0" baseline="0" noProof="0">
              <a:ln>
                <a:noFill/>
              </a:ln>
              <a:solidFill>
                <a:srgbClr val="000000"/>
              </a:solidFill>
              <a:effectLst/>
              <a:uLnTx/>
              <a:uFillTx/>
              <a:latin typeface="Times New Roman" panose="02020603050405020304" pitchFamily="16" charset="0"/>
              <a:ea typeface="+mn-ea"/>
              <a:cs typeface="DejaVu Sans" charset="0"/>
            </a:endParaRPr>
          </a:p>
        </p:txBody>
      </p:sp>
      <p:sp>
        <p:nvSpPr>
          <p:cNvPr id="3077" name="Rectangle 5"/>
          <p:cNvSpPr>
            <a:spLocks noGrp="1" noChangeArrowheads="1"/>
          </p:cNvSpPr>
          <p:nvPr>
            <p:ph type="ftr"/>
          </p:nvPr>
        </p:nvSpPr>
        <p:spPr bwMode="auto">
          <a:xfrm>
            <a:off x="0" y="10156825"/>
            <a:ext cx="3279775" cy="533400"/>
          </a:xfrm>
          <a:prstGeom prst="rect">
            <a:avLst/>
          </a:prstGeom>
          <a:noFill/>
          <a:ln>
            <a:noFill/>
          </a:ln>
          <a:effectLst/>
        </p:spPr>
        <p:txBody>
          <a:bodyPr vert="horz" wrap="square" lIns="0" tIns="0" rIns="0" bIns="0" numCol="1" anchor="b" anchorCtr="0" compatLnSpc="1"/>
          <a:lstStyle>
            <a:lvl1pPr eaLnBrk="1" fontAlgn="auto"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Lst>
              <a:defRPr sz="1400">
                <a:solidFill>
                  <a:srgbClr val="000000"/>
                </a:solidFill>
                <a:latin typeface="Times New Roman" panose="02020603050405020304" pitchFamily="16" charset="0"/>
                <a:cs typeface="DejaVu Sans" charset="0"/>
              </a:defRPr>
            </a:lvl1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Lst>
              <a:defRPr/>
            </a:pPr>
            <a:endParaRPr kumimoji="0" lang="en-IN" altLang="en-US" sz="1400" b="0" i="0" u="none" strike="noStrike" kern="1200" cap="none" spc="0" normalizeH="0" baseline="0" noProof="0">
              <a:ln>
                <a:noFill/>
              </a:ln>
              <a:solidFill>
                <a:srgbClr val="000000"/>
              </a:solidFill>
              <a:effectLst/>
              <a:uLnTx/>
              <a:uFillTx/>
              <a:latin typeface="Times New Roman" panose="02020603050405020304" pitchFamily="16" charset="0"/>
              <a:ea typeface="+mn-ea"/>
              <a:cs typeface="DejaVu Sans" charset="0"/>
            </a:endParaRPr>
          </a:p>
        </p:txBody>
      </p:sp>
      <p:sp>
        <p:nvSpPr>
          <p:cNvPr id="3078" name="Rectangle 6"/>
          <p:cNvSpPr>
            <a:spLocks noGrp="1" noChangeArrowheads="1"/>
          </p:cNvSpPr>
          <p:nvPr>
            <p:ph type="sldNum"/>
          </p:nvPr>
        </p:nvSpPr>
        <p:spPr bwMode="auto">
          <a:xfrm>
            <a:off x="4278313" y="10156825"/>
            <a:ext cx="3279775" cy="533400"/>
          </a:xfrm>
          <a:prstGeom prst="rect">
            <a:avLst/>
          </a:prstGeom>
          <a:noFill/>
          <a:ln>
            <a:noFill/>
          </a:ln>
          <a:effectLst/>
        </p:spPr>
        <p:txBody>
          <a:bodyPr vert="horz" wrap="square" lIns="0" tIns="0" rIns="0" bIns="0" numCol="1" anchor="b" anchorCtr="0" compatLnSpc="1"/>
          <a:p>
            <a:pPr lvl="0" algn="r" defTabSz="457200" eaLnBrk="1" hangingPunct="1">
              <a:lnSpc>
                <a:spcPct val="93000"/>
              </a:lnSpc>
              <a:buClr>
                <a:srgbClr val="000000"/>
              </a:buClr>
              <a:buSzPct val="100000"/>
              <a:buFont typeface="Times New Roman" panose="02020603050405020304" pitchFamily="16" charset="0"/>
              <a:buNone/>
              <a:tabLst>
                <a:tab pos="449580" algn="l"/>
                <a:tab pos="898525" algn="l"/>
                <a:tab pos="1348105" algn="l"/>
                <a:tab pos="1797050" algn="l"/>
                <a:tab pos="2246630" algn="l"/>
                <a:tab pos="2695575" algn="l"/>
                <a:tab pos="3145155" algn="l"/>
              </a:tabLst>
            </a:pPr>
            <a:fld id="{9A0DB2DC-4C9A-4742-B13C-FB6460FD3503}" type="slidenum">
              <a:rPr lang="en-IN" altLang="en-US" sz="1400" dirty="0">
                <a:solidFill>
                  <a:srgbClr val="000000"/>
                </a:solidFill>
                <a:latin typeface="Times New Roman" panose="02020603050405020304" pitchFamily="16" charset="0"/>
                <a:cs typeface="DejaVu Sans" charset="0"/>
              </a:rPr>
            </a:fld>
            <a:endParaRPr lang="en-IN" altLang="en-US" sz="1400" dirty="0">
              <a:solidFill>
                <a:srgbClr val="000000"/>
              </a:solidFill>
              <a:latin typeface="Times New Roman" panose="02020603050405020304" pitchFamily="16" charset="0"/>
              <a:ea typeface="DejaVu Sans" charset="0"/>
              <a:cs typeface="DejaVu Sans" charset="0"/>
            </a:endParaRPr>
          </a:p>
        </p:txBody>
      </p:sp>
    </p:spTree>
  </p:cSld>
  <p:clrMap bg1="lt1" tx1="dk1" bg2="lt2" tx2="dk2" accent1="accent1" accent2="accent2" accent3="accent3" accent4="accent4" accent5="accent5" accent6="accent6" hlink="hlink" folHlink="folHlink"/>
  <p:hf sldNum="0" hdr="0" ftr="0" dt="0"/>
  <p:notesStyle>
    <a:lvl1pPr algn="l" defTabSz="449580" rtl="0" eaLnBrk="0" fontAlgn="base" hangingPunct="0">
      <a:spcBef>
        <a:spcPct val="30000"/>
      </a:spcBef>
      <a:spcAft>
        <a:spcPct val="0"/>
      </a:spcAft>
      <a:buClr>
        <a:srgbClr val="000000"/>
      </a:buClr>
      <a:buSzPct val="100000"/>
      <a:buFont typeface="Times New Roman" panose="02020603050405020304" pitchFamily="16" charset="0"/>
      <a:defRPr sz="1200" kern="1200">
        <a:solidFill>
          <a:srgbClr val="000000"/>
        </a:solidFill>
        <a:latin typeface="Times New Roman" panose="02020603050405020304" pitchFamily="16" charset="0"/>
        <a:ea typeface="+mn-ea"/>
        <a:cs typeface="+mn-cs"/>
      </a:defRPr>
    </a:lvl1pPr>
    <a:lvl2pPr marL="742950" indent="-285750" algn="l" defTabSz="449580" rtl="0" eaLnBrk="0" fontAlgn="base" hangingPunct="0">
      <a:spcBef>
        <a:spcPct val="30000"/>
      </a:spcBef>
      <a:spcAft>
        <a:spcPct val="0"/>
      </a:spcAft>
      <a:buClr>
        <a:srgbClr val="000000"/>
      </a:buClr>
      <a:buSzPct val="100000"/>
      <a:buFont typeface="Times New Roman" panose="02020603050405020304" pitchFamily="16" charset="0"/>
      <a:defRPr sz="1200" kern="1200">
        <a:solidFill>
          <a:srgbClr val="000000"/>
        </a:solidFill>
        <a:latin typeface="Times New Roman" panose="02020603050405020304" pitchFamily="16" charset="0"/>
        <a:ea typeface="+mn-ea"/>
        <a:cs typeface="+mn-cs"/>
      </a:defRPr>
    </a:lvl2pPr>
    <a:lvl3pPr marL="1143000" indent="-228600" algn="l" defTabSz="449580" rtl="0" eaLnBrk="0" fontAlgn="base" hangingPunct="0">
      <a:spcBef>
        <a:spcPct val="30000"/>
      </a:spcBef>
      <a:spcAft>
        <a:spcPct val="0"/>
      </a:spcAft>
      <a:buClr>
        <a:srgbClr val="000000"/>
      </a:buClr>
      <a:buSzPct val="100000"/>
      <a:buFont typeface="Times New Roman" panose="02020603050405020304" pitchFamily="16" charset="0"/>
      <a:defRPr sz="1200" kern="1200">
        <a:solidFill>
          <a:srgbClr val="000000"/>
        </a:solidFill>
        <a:latin typeface="Times New Roman" panose="02020603050405020304" pitchFamily="16" charset="0"/>
        <a:ea typeface="+mn-ea"/>
        <a:cs typeface="+mn-cs"/>
      </a:defRPr>
    </a:lvl3pPr>
    <a:lvl4pPr marL="1600200" indent="-228600" algn="l" defTabSz="449580" rtl="0" eaLnBrk="0" fontAlgn="base" hangingPunct="0">
      <a:spcBef>
        <a:spcPct val="30000"/>
      </a:spcBef>
      <a:spcAft>
        <a:spcPct val="0"/>
      </a:spcAft>
      <a:buClr>
        <a:srgbClr val="000000"/>
      </a:buClr>
      <a:buSzPct val="100000"/>
      <a:buFont typeface="Times New Roman" panose="02020603050405020304" pitchFamily="16" charset="0"/>
      <a:defRPr sz="1200" kern="1200">
        <a:solidFill>
          <a:srgbClr val="000000"/>
        </a:solidFill>
        <a:latin typeface="Times New Roman" panose="02020603050405020304" pitchFamily="16" charset="0"/>
        <a:ea typeface="+mn-ea"/>
        <a:cs typeface="+mn-cs"/>
      </a:defRPr>
    </a:lvl4pPr>
    <a:lvl5pPr marL="2057400" indent="-228600" algn="l" defTabSz="449580" rtl="0" eaLnBrk="0" fontAlgn="base" hangingPunct="0">
      <a:spcBef>
        <a:spcPct val="30000"/>
      </a:spcBef>
      <a:spcAft>
        <a:spcPct val="0"/>
      </a:spcAft>
      <a:buClr>
        <a:srgbClr val="000000"/>
      </a:buClr>
      <a:buSzPct val="100000"/>
      <a:buFont typeface="Times New Roman" panose="02020603050405020304" pitchFamily="16" charset="0"/>
      <a:defRPr sz="1200" kern="1200">
        <a:solidFill>
          <a:srgbClr val="000000"/>
        </a:solidFill>
        <a:latin typeface="Times New Roman" panose="02020603050405020304"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9218"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9219" name="Rectangle 1"/>
          <p:cNvSpPr>
            <a:spLocks noTextEdit="1"/>
          </p:cNvSpPr>
          <p:nvPr>
            <p:ph type="sldImg"/>
          </p:nvPr>
        </p:nvSpPr>
        <p:spPr>
          <a:xfrm>
            <a:off x="215900" y="812800"/>
            <a:ext cx="7127875" cy="4008438"/>
          </a:xfrm>
          <a:solidFill>
            <a:srgbClr val="FFFFFF">
              <a:alpha val="100000"/>
            </a:srgbClr>
          </a:solidFill>
          <a:ln>
            <a:solidFill>
              <a:srgbClr val="000000">
                <a:alpha val="100000"/>
              </a:srgbClr>
            </a:solidFill>
            <a:miter lim="800000"/>
          </a:ln>
        </p:spPr>
      </p:sp>
      <p:sp>
        <p:nvSpPr>
          <p:cNvPr id="9220" name="Rectangle 2"/>
          <p:cNvSpPr/>
          <p:nvPr>
            <p:ph type="body" idx="1"/>
          </p:nvPr>
        </p:nvSpPr>
        <p:spPr>
          <a:xfrm>
            <a:off x="755650" y="5078413"/>
            <a:ext cx="6048375" cy="4811712"/>
          </a:xfrm>
          <a:ln/>
        </p:spPr>
        <p:txBody>
          <a:bodyPr wrap="none" lIns="0" tIns="0" rIns="0" bIns="0" anchor="ctr" anchorCtr="0"/>
          <a:p>
            <a:pPr lvl="0"/>
            <a:endParaRPr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1266"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11267" name="Rectangle 1"/>
          <p:cNvSpPr>
            <a:spLocks noTextEdit="1"/>
          </p:cNvSpPr>
          <p:nvPr>
            <p:ph type="sldImg"/>
          </p:nvPr>
        </p:nvSpPr>
        <p:spPr>
          <a:xfrm>
            <a:off x="215900" y="812800"/>
            <a:ext cx="7127875" cy="4008438"/>
          </a:xfrm>
          <a:solidFill>
            <a:srgbClr val="FFFFFF">
              <a:alpha val="100000"/>
            </a:srgbClr>
          </a:solidFill>
          <a:ln>
            <a:solidFill>
              <a:srgbClr val="000000">
                <a:alpha val="100000"/>
              </a:srgbClr>
            </a:solidFill>
            <a:miter lim="800000"/>
          </a:ln>
        </p:spPr>
      </p:sp>
      <p:sp>
        <p:nvSpPr>
          <p:cNvPr id="11268" name="Rectangle 2"/>
          <p:cNvSpPr/>
          <p:nvPr>
            <p:ph type="body" idx="1"/>
          </p:nvPr>
        </p:nvSpPr>
        <p:spPr>
          <a:xfrm>
            <a:off x="755650" y="5078413"/>
            <a:ext cx="6048375" cy="4811712"/>
          </a:xfrm>
          <a:ln/>
        </p:spPr>
        <p:txBody>
          <a:bodyPr wrap="none" lIns="0" tIns="0" rIns="0" bIns="0" anchor="ctr" anchorCtr="0"/>
          <a:p>
            <a:pPr lvl="0"/>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4338"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14339" name="Rectangle 1"/>
          <p:cNvSpPr>
            <a:spLocks noTextEdit="1"/>
          </p:cNvSpPr>
          <p:nvPr>
            <p:ph type="sldImg"/>
          </p:nvPr>
        </p:nvSpPr>
        <p:spPr>
          <a:xfrm>
            <a:off x="1106488" y="812800"/>
            <a:ext cx="5346700" cy="4008438"/>
          </a:xfrm>
          <a:solidFill>
            <a:srgbClr val="FFFFFF">
              <a:alpha val="100000"/>
            </a:srgbClr>
          </a:solidFill>
          <a:ln>
            <a:solidFill>
              <a:srgbClr val="000000">
                <a:alpha val="100000"/>
              </a:srgbClr>
            </a:solidFill>
            <a:miter lim="800000"/>
          </a:ln>
        </p:spPr>
      </p:sp>
      <p:sp>
        <p:nvSpPr>
          <p:cNvPr id="14340" name="Rectangle 2"/>
          <p:cNvSpPr/>
          <p:nvPr>
            <p:ph type="body" idx="1"/>
          </p:nvPr>
        </p:nvSpPr>
        <p:spPr>
          <a:xfrm>
            <a:off x="755650" y="5078413"/>
            <a:ext cx="6048375" cy="4811712"/>
          </a:xfrm>
          <a:ln/>
        </p:spPr>
        <p:txBody>
          <a:bodyPr wrap="none" lIns="0" tIns="0" rIns="0" bIns="0" anchor="ctr" anchorCtr="0"/>
          <a:p>
            <a:pPr lvl="0"/>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6386"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16387" name="Rectangle 1"/>
          <p:cNvSpPr>
            <a:spLocks noGrp="1" noRot="1" noChangeAspect="1" noTextEdit="1"/>
          </p:cNvSpPr>
          <p:nvPr>
            <p:ph type="sldImg"/>
          </p:nvPr>
        </p:nvSpPr>
        <p:spPr>
          <a:xfrm>
            <a:off x="1106488" y="812800"/>
            <a:ext cx="5346700" cy="4008438"/>
          </a:xfrm>
          <a:solidFill>
            <a:srgbClr val="FFFFFF">
              <a:alpha val="100000"/>
            </a:srgbClr>
          </a:solidFill>
          <a:ln>
            <a:solidFill>
              <a:srgbClr val="000000">
                <a:alpha val="100000"/>
              </a:srgbClr>
            </a:solidFill>
            <a:miter lim="800000"/>
          </a:ln>
        </p:spPr>
      </p:sp>
      <p:sp>
        <p:nvSpPr>
          <p:cNvPr id="16388" name="Rectangle 2"/>
          <p:cNvSpPr>
            <a:spLocks noGrp="1"/>
          </p:cNvSpPr>
          <p:nvPr>
            <p:ph type="body" idx="1"/>
          </p:nvPr>
        </p:nvSpPr>
        <p:spPr>
          <a:xfrm>
            <a:off x="755650" y="5078413"/>
            <a:ext cx="6048375" cy="4811712"/>
          </a:xfrm>
          <a:ln/>
        </p:spPr>
        <p:txBody>
          <a:bodyPr wrap="none" lIns="0" tIns="0" rIns="0" bIns="0" anchor="ctr" anchorCtr="0"/>
          <a:p>
            <a:pPr lvl="0"/>
            <a:endParaRPr lang="en-US"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8434"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18435" name="Rectangle 1"/>
          <p:cNvSpPr>
            <a:spLocks noGrp="1" noRot="1" noChangeAspect="1" noTextEdit="1"/>
          </p:cNvSpPr>
          <p:nvPr>
            <p:ph type="sldImg"/>
          </p:nvPr>
        </p:nvSpPr>
        <p:spPr>
          <a:xfrm>
            <a:off x="1106488" y="812800"/>
            <a:ext cx="5346700" cy="4008438"/>
          </a:xfrm>
          <a:solidFill>
            <a:srgbClr val="FFFFFF">
              <a:alpha val="100000"/>
            </a:srgbClr>
          </a:solidFill>
          <a:ln>
            <a:solidFill>
              <a:srgbClr val="000000">
                <a:alpha val="100000"/>
              </a:srgbClr>
            </a:solidFill>
            <a:miter lim="800000"/>
          </a:ln>
        </p:spPr>
      </p:sp>
      <p:sp>
        <p:nvSpPr>
          <p:cNvPr id="18436" name="Rectangle 2"/>
          <p:cNvSpPr>
            <a:spLocks noGrp="1"/>
          </p:cNvSpPr>
          <p:nvPr>
            <p:ph type="body" idx="1"/>
          </p:nvPr>
        </p:nvSpPr>
        <p:spPr>
          <a:xfrm>
            <a:off x="755650" y="5078413"/>
            <a:ext cx="6048375" cy="4811712"/>
          </a:xfrm>
          <a:ln/>
        </p:spPr>
        <p:txBody>
          <a:bodyPr wrap="none" lIns="0" tIns="0" rIns="0" bIns="0" anchor="ctr" anchorCtr="0"/>
          <a:p>
            <a:pPr lvl="0"/>
            <a:endParaRPr lang="en-US"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3554"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23555" name="Rectangle 1"/>
          <p:cNvSpPr>
            <a:spLocks noGrp="1" noRot="1" noChangeAspect="1" noTextEdit="1"/>
          </p:cNvSpPr>
          <p:nvPr>
            <p:ph type="sldImg"/>
          </p:nvPr>
        </p:nvSpPr>
        <p:spPr>
          <a:xfrm>
            <a:off x="1106488" y="812800"/>
            <a:ext cx="5346700" cy="4008438"/>
          </a:xfrm>
          <a:solidFill>
            <a:srgbClr val="FFFFFF">
              <a:alpha val="100000"/>
            </a:srgbClr>
          </a:solidFill>
          <a:ln>
            <a:solidFill>
              <a:srgbClr val="000000">
                <a:alpha val="100000"/>
              </a:srgbClr>
            </a:solidFill>
            <a:miter lim="800000"/>
          </a:ln>
        </p:spPr>
      </p:sp>
      <p:sp>
        <p:nvSpPr>
          <p:cNvPr id="23556" name="Rectangle 2"/>
          <p:cNvSpPr>
            <a:spLocks noGrp="1"/>
          </p:cNvSpPr>
          <p:nvPr>
            <p:ph type="body" idx="1"/>
          </p:nvPr>
        </p:nvSpPr>
        <p:spPr>
          <a:xfrm>
            <a:off x="755650" y="5078413"/>
            <a:ext cx="6048375" cy="4811712"/>
          </a:xfrm>
          <a:ln/>
        </p:spPr>
        <p:txBody>
          <a:bodyPr wrap="none" lIns="0" tIns="0" rIns="0" bIns="0" anchor="ctr" anchorCtr="0"/>
          <a:p>
            <a:pPr lvl="0"/>
            <a:endParaRPr lang="en-US"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506"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21507" name="Rectangle 1"/>
          <p:cNvSpPr>
            <a:spLocks noGrp="1" noRot="1" noChangeAspect="1" noTextEdit="1"/>
          </p:cNvSpPr>
          <p:nvPr>
            <p:ph type="sldImg"/>
          </p:nvPr>
        </p:nvSpPr>
        <p:spPr>
          <a:xfrm>
            <a:off x="1106488" y="812800"/>
            <a:ext cx="5346700" cy="4008438"/>
          </a:xfrm>
          <a:solidFill>
            <a:srgbClr val="FFFFFF">
              <a:alpha val="100000"/>
            </a:srgbClr>
          </a:solidFill>
          <a:ln>
            <a:solidFill>
              <a:srgbClr val="000000">
                <a:alpha val="100000"/>
              </a:srgbClr>
            </a:solidFill>
            <a:miter lim="800000"/>
          </a:ln>
        </p:spPr>
      </p:sp>
      <p:sp>
        <p:nvSpPr>
          <p:cNvPr id="21508" name="Rectangle 2"/>
          <p:cNvSpPr>
            <a:spLocks noGrp="1"/>
          </p:cNvSpPr>
          <p:nvPr>
            <p:ph type="body" idx="1"/>
          </p:nvPr>
        </p:nvSpPr>
        <p:spPr>
          <a:xfrm>
            <a:off x="755650" y="5078413"/>
            <a:ext cx="6048375" cy="4811712"/>
          </a:xfrm>
          <a:ln/>
        </p:spPr>
        <p:txBody>
          <a:bodyPr wrap="none" lIns="0" tIns="0" rIns="0" bIns="0" anchor="ctr" anchorCtr="0"/>
          <a:p>
            <a:pPr lvl="0"/>
            <a:endParaRPr lang="en-US"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506"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21507" name="Rectangle 1"/>
          <p:cNvSpPr>
            <a:spLocks noGrp="1" noRot="1" noChangeAspect="1" noTextEdit="1"/>
          </p:cNvSpPr>
          <p:nvPr>
            <p:ph type="sldImg"/>
          </p:nvPr>
        </p:nvSpPr>
        <p:spPr>
          <a:xfrm>
            <a:off x="1106488" y="812800"/>
            <a:ext cx="5346700" cy="4008438"/>
          </a:xfrm>
          <a:solidFill>
            <a:srgbClr val="FFFFFF">
              <a:alpha val="100000"/>
            </a:srgbClr>
          </a:solidFill>
          <a:ln>
            <a:solidFill>
              <a:srgbClr val="000000">
                <a:alpha val="100000"/>
              </a:srgbClr>
            </a:solidFill>
            <a:miter lim="800000"/>
          </a:ln>
        </p:spPr>
      </p:sp>
      <p:sp>
        <p:nvSpPr>
          <p:cNvPr id="21508" name="Rectangle 2"/>
          <p:cNvSpPr>
            <a:spLocks noGrp="1"/>
          </p:cNvSpPr>
          <p:nvPr>
            <p:ph type="body" idx="1"/>
          </p:nvPr>
        </p:nvSpPr>
        <p:spPr>
          <a:xfrm>
            <a:off x="755650" y="5078413"/>
            <a:ext cx="6048375" cy="4811712"/>
          </a:xfrm>
        </p:spPr>
        <p:txBody>
          <a:bodyPr wrap="none" lIns="0" tIns="0" rIns="0" bIns="0" anchor="ctr" anchorCtr="0"/>
          <a:p>
            <a:pPr lvl="0"/>
            <a:endParaRPr lang="en-US"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506"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21507" name="Rectangle 1"/>
          <p:cNvSpPr>
            <a:spLocks noGrp="1" noRot="1" noChangeAspect="1" noTextEdit="1"/>
          </p:cNvSpPr>
          <p:nvPr>
            <p:ph type="sldImg"/>
          </p:nvPr>
        </p:nvSpPr>
        <p:spPr>
          <a:xfrm>
            <a:off x="1106488" y="812800"/>
            <a:ext cx="5346700" cy="4008438"/>
          </a:xfrm>
          <a:solidFill>
            <a:srgbClr val="FFFFFF">
              <a:alpha val="100000"/>
            </a:srgbClr>
          </a:solidFill>
          <a:ln>
            <a:solidFill>
              <a:srgbClr val="000000">
                <a:alpha val="100000"/>
              </a:srgbClr>
            </a:solidFill>
            <a:miter lim="800000"/>
          </a:ln>
        </p:spPr>
      </p:sp>
      <p:sp>
        <p:nvSpPr>
          <p:cNvPr id="21508" name="Rectangle 2"/>
          <p:cNvSpPr>
            <a:spLocks noGrp="1"/>
          </p:cNvSpPr>
          <p:nvPr>
            <p:ph type="body" idx="1"/>
          </p:nvPr>
        </p:nvSpPr>
        <p:spPr>
          <a:xfrm>
            <a:off x="755650" y="5078413"/>
            <a:ext cx="6048375" cy="4811712"/>
          </a:xfrm>
        </p:spPr>
        <p:txBody>
          <a:bodyPr wrap="none" lIns="0" tIns="0" rIns="0" bIns="0" anchor="ctr" anchorCtr="0"/>
          <a:p>
            <a:pPr lvl="0"/>
            <a:endParaRPr lang="en-US"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5602"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25603" name="Rectangle 1"/>
          <p:cNvSpPr>
            <a:spLocks noGrp="1" noRot="1" noChangeAspect="1" noTextEdit="1"/>
          </p:cNvSpPr>
          <p:nvPr>
            <p:ph type="sldImg"/>
          </p:nvPr>
        </p:nvSpPr>
        <p:spPr>
          <a:xfrm>
            <a:off x="1106488" y="812800"/>
            <a:ext cx="5346700" cy="4008438"/>
          </a:xfrm>
          <a:solidFill>
            <a:srgbClr val="FFFFFF">
              <a:alpha val="100000"/>
            </a:srgbClr>
          </a:solidFill>
          <a:ln>
            <a:solidFill>
              <a:srgbClr val="000000">
                <a:alpha val="100000"/>
              </a:srgbClr>
            </a:solidFill>
            <a:miter lim="800000"/>
          </a:ln>
        </p:spPr>
      </p:sp>
      <p:sp>
        <p:nvSpPr>
          <p:cNvPr id="25604" name="Rectangle 2"/>
          <p:cNvSpPr>
            <a:spLocks noGrp="1"/>
          </p:cNvSpPr>
          <p:nvPr>
            <p:ph type="body" idx="1"/>
          </p:nvPr>
        </p:nvSpPr>
        <p:spPr>
          <a:xfrm>
            <a:off x="755650" y="5078413"/>
            <a:ext cx="6048375" cy="4811712"/>
          </a:xfrm>
          <a:ln/>
        </p:spPr>
        <p:txBody>
          <a:bodyPr wrap="none" lIns="0" tIns="0" rIns="0" bIns="0" anchor="ctr" anchorCtr="0"/>
          <a:p>
            <a:pPr lvl="0"/>
            <a:endParaRPr lang="en-US"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9698"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29699" name="Rectangle 1"/>
          <p:cNvSpPr>
            <a:spLocks noGrp="1" noRot="1" noChangeAspect="1" noTextEdit="1"/>
          </p:cNvSpPr>
          <p:nvPr>
            <p:ph type="sldImg"/>
          </p:nvPr>
        </p:nvSpPr>
        <p:spPr>
          <a:xfrm>
            <a:off x="1106488" y="812800"/>
            <a:ext cx="5346700" cy="4008438"/>
          </a:xfrm>
          <a:solidFill>
            <a:srgbClr val="FFFFFF">
              <a:alpha val="100000"/>
            </a:srgbClr>
          </a:solidFill>
          <a:ln>
            <a:solidFill>
              <a:srgbClr val="000000">
                <a:alpha val="100000"/>
              </a:srgbClr>
            </a:solidFill>
            <a:miter lim="800000"/>
          </a:ln>
        </p:spPr>
      </p:sp>
      <p:sp>
        <p:nvSpPr>
          <p:cNvPr id="29700" name="Rectangle 2"/>
          <p:cNvSpPr>
            <a:spLocks noGrp="1"/>
          </p:cNvSpPr>
          <p:nvPr>
            <p:ph type="body" idx="1"/>
          </p:nvPr>
        </p:nvSpPr>
        <p:spPr>
          <a:xfrm>
            <a:off x="755650" y="5078413"/>
            <a:ext cx="6048375" cy="4811712"/>
          </a:xfrm>
          <a:ln/>
        </p:spPr>
        <p:txBody>
          <a:bodyPr wrap="none" lIns="0" tIns="0" rIns="0" bIns="0" anchor="ctr" anchorCtr="0"/>
          <a:p>
            <a:pPr lvl="0"/>
            <a:endParaRPr lang="en-US"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1746"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31747" name="Rectangle 1"/>
          <p:cNvSpPr>
            <a:spLocks noTextEdit="1"/>
          </p:cNvSpPr>
          <p:nvPr>
            <p:ph type="sldImg"/>
          </p:nvPr>
        </p:nvSpPr>
        <p:spPr>
          <a:xfrm>
            <a:off x="1106488" y="812800"/>
            <a:ext cx="5346700" cy="4008438"/>
          </a:xfrm>
          <a:solidFill>
            <a:srgbClr val="FFFFFF">
              <a:alpha val="100000"/>
            </a:srgbClr>
          </a:solidFill>
          <a:ln>
            <a:solidFill>
              <a:srgbClr val="000000">
                <a:alpha val="100000"/>
              </a:srgbClr>
            </a:solidFill>
            <a:miter lim="800000"/>
          </a:ln>
        </p:spPr>
      </p:sp>
      <p:sp>
        <p:nvSpPr>
          <p:cNvPr id="31748" name="Rectangle 2"/>
          <p:cNvSpPr/>
          <p:nvPr>
            <p:ph type="body" idx="1"/>
          </p:nvPr>
        </p:nvSpPr>
        <p:spPr>
          <a:xfrm>
            <a:off x="755650" y="5078413"/>
            <a:ext cx="6048375" cy="4811712"/>
          </a:xfrm>
          <a:ln/>
        </p:spPr>
        <p:txBody>
          <a:bodyPr wrap="none" lIns="0" tIns="0" rIns="0" bIns="0" anchor="ctr" anchorCtr="0"/>
          <a:p>
            <a:pPr lvl="0"/>
            <a:endParaRPr lang="en-US"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grpSp>
        <p:nvGrpSpPr>
          <p:cNvPr id="2050" name="Group 17"/>
          <p:cNvGrpSpPr/>
          <p:nvPr/>
        </p:nvGrpSpPr>
        <p:grpSpPr>
          <a:xfrm>
            <a:off x="-9525" y="-9525"/>
            <a:ext cx="10110788" cy="7578725"/>
            <a:chOff x="-8466" y="-8468"/>
            <a:chExt cx="9171316" cy="6874935"/>
          </a:xfrm>
        </p:grpSpPr>
        <p:cxnSp>
          <p:nvCxnSpPr>
            <p:cNvPr id="4" name="Straight Connector 2"/>
            <p:cNvCxnSpPr/>
            <p:nvPr/>
          </p:nvCxnSpPr>
          <p:spPr>
            <a:xfrm flipV="1">
              <a:off x="5130870" y="4174961"/>
              <a:ext cx="4021900" cy="268286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a:off x="7043180" y="172"/>
              <a:ext cx="1218234" cy="6857654"/>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8" name="Freeform 29"/>
            <p:cNvSpPr/>
            <p:nvPr/>
          </p:nvSpPr>
          <p:spPr>
            <a:xfrm>
              <a:off x="6891981" y="172"/>
              <a:ext cx="2269429" cy="6866295"/>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Freeform 30"/>
            <p:cNvSpPr/>
            <p:nvPr/>
          </p:nvSpPr>
          <p:spPr>
            <a:xfrm>
              <a:off x="7204459" y="-8468"/>
              <a:ext cx="1948310" cy="6866295"/>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31"/>
            <p:cNvSpPr/>
            <p:nvPr/>
          </p:nvSpPr>
          <p:spPr>
            <a:xfrm>
              <a:off x="6638542" y="3920066"/>
              <a:ext cx="2512788" cy="2937760"/>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32"/>
            <p:cNvSpPr/>
            <p:nvPr/>
          </p:nvSpPr>
          <p:spPr>
            <a:xfrm>
              <a:off x="7010060" y="-8468"/>
              <a:ext cx="2142710" cy="6866295"/>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33"/>
            <p:cNvSpPr/>
            <p:nvPr/>
          </p:nvSpPr>
          <p:spPr>
            <a:xfrm>
              <a:off x="8295974" y="-8468"/>
              <a:ext cx="856795" cy="6866295"/>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34"/>
            <p:cNvSpPr/>
            <p:nvPr/>
          </p:nvSpPr>
          <p:spPr>
            <a:xfrm>
              <a:off x="8094375" y="-8468"/>
              <a:ext cx="1067034" cy="6866295"/>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35"/>
            <p:cNvSpPr/>
            <p:nvPr/>
          </p:nvSpPr>
          <p:spPr>
            <a:xfrm>
              <a:off x="8068455" y="4893559"/>
              <a:ext cx="1094395"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17"/>
            <p:cNvSpPr/>
            <p:nvPr/>
          </p:nvSpPr>
          <p:spPr>
            <a:xfrm>
              <a:off x="-8466" y="-8468"/>
              <a:ext cx="863996" cy="5698391"/>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403" y="2650553"/>
            <a:ext cx="6423553" cy="1814743"/>
          </a:xfrm>
        </p:spPr>
        <p:txBody>
          <a:bodyPr anchor="b">
            <a:noAutofit/>
          </a:bodyPr>
          <a:lstStyle>
            <a:lvl1pPr algn="r">
              <a:defRPr sz="59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246403" y="4465295"/>
            <a:ext cx="6423553" cy="1209128"/>
          </a:xfrm>
        </p:spPr>
        <p:txBody>
          <a:bodyPr/>
          <a:lstStyle>
            <a:lvl1pPr marL="0" indent="0" algn="r">
              <a:buNone/>
              <a:defRPr>
                <a:solidFill>
                  <a:schemeClr val="tx1">
                    <a:lumMod val="50000"/>
                    <a:lumOff val="50000"/>
                  </a:schemeClr>
                </a:solidFill>
              </a:defRPr>
            </a:lvl1pPr>
            <a:lvl2pPr marL="504190" indent="0" algn="ctr">
              <a:buNone/>
              <a:defRPr>
                <a:solidFill>
                  <a:schemeClr val="tx1">
                    <a:tint val="75000"/>
                  </a:schemeClr>
                </a:solidFill>
              </a:defRPr>
            </a:lvl2pPr>
            <a:lvl3pPr marL="1007745" indent="0" algn="ctr">
              <a:buNone/>
              <a:defRPr>
                <a:solidFill>
                  <a:schemeClr val="tx1">
                    <a:tint val="75000"/>
                  </a:schemeClr>
                </a:solidFill>
              </a:defRPr>
            </a:lvl3pPr>
            <a:lvl4pPr marL="1511935" indent="0" algn="ctr">
              <a:buNone/>
              <a:defRPr>
                <a:solidFill>
                  <a:schemeClr val="tx1">
                    <a:tint val="75000"/>
                  </a:schemeClr>
                </a:solidFill>
              </a:defRPr>
            </a:lvl4pPr>
            <a:lvl5pPr marL="2016125" indent="0" algn="ctr">
              <a:buNone/>
              <a:defRPr>
                <a:solidFill>
                  <a:schemeClr val="tx1">
                    <a:tint val="75000"/>
                  </a:schemeClr>
                </a:solidFill>
              </a:defRPr>
            </a:lvl5pPr>
            <a:lvl6pPr marL="2519680" indent="0" algn="ctr">
              <a:buNone/>
              <a:defRPr>
                <a:solidFill>
                  <a:schemeClr val="tx1">
                    <a:tint val="75000"/>
                  </a:schemeClr>
                </a:solidFill>
              </a:defRPr>
            </a:lvl6pPr>
            <a:lvl7pPr marL="3023870" indent="0" algn="ctr">
              <a:buNone/>
              <a:defRPr>
                <a:solidFill>
                  <a:schemeClr val="tx1">
                    <a:tint val="75000"/>
                  </a:schemeClr>
                </a:solidFill>
              </a:defRPr>
            </a:lvl7pPr>
            <a:lvl8pPr marL="3528060" indent="0" algn="ctr">
              <a:buNone/>
              <a:defRPr>
                <a:solidFill>
                  <a:schemeClr val="tx1">
                    <a:tint val="75000"/>
                  </a:schemeClr>
                </a:solidFill>
              </a:defRPr>
            </a:lvl8pPr>
            <a:lvl9pPr marL="4031615" indent="0" algn="ctr">
              <a:buNone/>
              <a:defRPr>
                <a:solidFill>
                  <a:schemeClr val="tx1">
                    <a:tint val="75000"/>
                  </a:schemeClr>
                </a:solidFill>
              </a:defRPr>
            </a:lvl9pPr>
          </a:lstStyle>
          <a:p>
            <a:r>
              <a:rPr lang="en-US"/>
              <a:t>Click to edit Master subtitle style</a:t>
            </a:r>
            <a:endParaRPr lang="en-US" dirty="0"/>
          </a:p>
        </p:txBody>
      </p:sp>
      <p:sp>
        <p:nvSpPr>
          <p:cNvPr id="26" name="Date Placeholder 3"/>
          <p:cNvSpPr>
            <a:spLocks noGrp="1"/>
          </p:cNvSpPr>
          <p:nvPr>
            <p:ph type="dt" sz="half" idx="2"/>
          </p:nvPr>
        </p:nvSpPr>
        <p:spPr>
          <a:xfrm>
            <a:off x="5959475" y="6659563"/>
            <a:ext cx="754063" cy="401638"/>
          </a:xfrm>
          <a:prstGeom prst="rect">
            <a:avLst/>
          </a:prstGeom>
        </p:spPr>
        <p:txBody>
          <a:bodyPr vert="horz"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526B3BA4-C8A1-4DFD-B164-0004239C2298}"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7" name="Footer Placeholder 4"/>
          <p:cNvSpPr>
            <a:spLocks noGrp="1"/>
          </p:cNvSpPr>
          <p:nvPr>
            <p:ph type="ftr" sz="quarter" idx="3"/>
          </p:nvPr>
        </p:nvSpPr>
        <p:spPr>
          <a:xfrm>
            <a:off x="671513" y="6659563"/>
            <a:ext cx="5097463" cy="401638"/>
          </a:xfrm>
          <a:prstGeom prst="rect">
            <a:avLst/>
          </a:prstGeom>
        </p:spPr>
        <p:txBody>
          <a:bodyPr vert="horz" lIns="91440" tIns="45720" rIns="91440" bIns="45720" rtlCol="0" anchor="ctr"/>
          <a:lstStyle>
            <a:lvl1pPr>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28" name="Slide Number Placeholder 5"/>
          <p:cNvSpPr>
            <a:spLocks noGrp="1"/>
          </p:cNvSpPr>
          <p:nvPr>
            <p:ph type="sldNum" sz="quarter" idx="4"/>
          </p:nvPr>
        </p:nvSpPr>
        <p:spPr>
          <a:xfrm>
            <a:off x="7104063" y="6659563"/>
            <a:ext cx="565150" cy="401638"/>
          </a:xfrm>
          <a:prstGeom prst="rect">
            <a:avLst/>
          </a:prstGeom>
        </p:spPr>
        <p:txBody>
          <a:bodyPr vert="horz" lIns="91440" tIns="45720" rIns="91440" bIns="45720" rtlCol="0" anchor="ctr"/>
          <a:p>
            <a:pPr algn="r" eaLnBrk="1" hangingPunct="1">
              <a:buNone/>
            </a:pPr>
            <a:fld id="{9A0DB2DC-4C9A-4742-B13C-FB6460FD3503}" type="slidenum">
              <a:rPr lang="en-US" dirty="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7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2040" y="2977208"/>
            <a:ext cx="6997915" cy="2013467"/>
          </a:xfrm>
        </p:spPr>
        <p:txBody>
          <a:bodyPr anchor="b"/>
          <a:lstStyle>
            <a:lvl1pPr algn="l">
              <a:defRPr sz="4410" b="0" cap="none"/>
            </a:lvl1pPr>
          </a:lstStyle>
          <a:p>
            <a:r>
              <a:rPr lang="en-US"/>
              <a:t>Click to edit Master title style</a:t>
            </a:r>
            <a:endParaRPr lang="en-US" dirty="0"/>
          </a:p>
        </p:txBody>
      </p:sp>
      <p:sp>
        <p:nvSpPr>
          <p:cNvPr id="3" name="Text Placeholder 2"/>
          <p:cNvSpPr>
            <a:spLocks noGrp="1"/>
          </p:cNvSpPr>
          <p:nvPr>
            <p:ph type="body" idx="1"/>
          </p:nvPr>
        </p:nvSpPr>
        <p:spPr>
          <a:xfrm>
            <a:off x="672040" y="4990673"/>
            <a:ext cx="6997915" cy="948432"/>
          </a:xfrm>
        </p:spPr>
        <p:txBody>
          <a:bodyPr/>
          <a:lstStyle>
            <a:lvl1pPr marL="0" indent="0" algn="l">
              <a:buNone/>
              <a:defRPr sz="2205">
                <a:solidFill>
                  <a:schemeClr val="tx1">
                    <a:lumMod val="50000"/>
                    <a:lumOff val="50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2042" y="671971"/>
            <a:ext cx="6997914" cy="145593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72042" y="2381649"/>
            <a:ext cx="3404426" cy="4277832"/>
          </a:xfrm>
        </p:spPr>
        <p:txBody>
          <a:bodyPr/>
          <a:lstStyle>
            <a:lvl1pPr>
              <a:defRPr sz="1985"/>
            </a:lvl1pPr>
            <a:lvl2pPr>
              <a:defRPr sz="1765"/>
            </a:lvl2pPr>
            <a:lvl3pPr>
              <a:defRPr sz="1545"/>
            </a:lvl3pPr>
            <a:lvl4pPr>
              <a:defRPr sz="1325"/>
            </a:lvl4pPr>
            <a:lvl5pPr>
              <a:defRPr sz="1325"/>
            </a:lvl5pPr>
            <a:lvl6pPr>
              <a:defRPr sz="1325"/>
            </a:lvl6pPr>
            <a:lvl7pPr>
              <a:defRPr sz="1325"/>
            </a:lvl7pPr>
            <a:lvl8pPr>
              <a:defRPr sz="1325"/>
            </a:lvl8pPr>
            <a:lvl9pPr>
              <a:defRPr sz="1325"/>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4265529" y="2381651"/>
            <a:ext cx="3404427" cy="4277834"/>
          </a:xfrm>
        </p:spPr>
        <p:txBody>
          <a:bodyPr/>
          <a:lstStyle>
            <a:lvl1pPr>
              <a:defRPr sz="1985"/>
            </a:lvl1pPr>
            <a:lvl2pPr>
              <a:defRPr sz="1765"/>
            </a:lvl2pPr>
            <a:lvl3pPr>
              <a:defRPr sz="1545"/>
            </a:lvl3pPr>
            <a:lvl4pPr>
              <a:defRPr sz="1325"/>
            </a:lvl4pPr>
            <a:lvl5pPr>
              <a:defRPr sz="1325"/>
            </a:lvl5pPr>
            <a:lvl6pPr>
              <a:defRPr sz="1325"/>
            </a:lvl6pPr>
            <a:lvl7pPr>
              <a:defRPr sz="1325"/>
            </a:lvl7pPr>
            <a:lvl8pPr>
              <a:defRPr sz="1325"/>
            </a:lvl8pPr>
            <a:lvl9pPr>
              <a:defRPr sz="1325"/>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2041" y="671971"/>
            <a:ext cx="6997913" cy="1455937"/>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2041" y="2382084"/>
            <a:ext cx="3407251" cy="635222"/>
          </a:xfrm>
        </p:spPr>
        <p:txBody>
          <a:bodyPr anchor="b">
            <a:noAutofit/>
          </a:bodyPr>
          <a:lstStyle>
            <a:lvl1pPr marL="0" indent="0">
              <a:buNone/>
              <a:defRPr sz="2645" b="0"/>
            </a:lvl1pPr>
            <a:lvl2pPr marL="504190" indent="0">
              <a:buNone/>
              <a:defRPr sz="2205" b="1"/>
            </a:lvl2pPr>
            <a:lvl3pPr marL="1007745" indent="0">
              <a:buNone/>
              <a:defRPr sz="1985" b="1"/>
            </a:lvl3pPr>
            <a:lvl4pPr marL="1511935" indent="0">
              <a:buNone/>
              <a:defRPr sz="1765" b="1"/>
            </a:lvl4pPr>
            <a:lvl5pPr marL="2016125" indent="0">
              <a:buNone/>
              <a:defRPr sz="1765" b="1"/>
            </a:lvl5pPr>
            <a:lvl6pPr marL="2519680" indent="0">
              <a:buNone/>
              <a:defRPr sz="1765" b="1"/>
            </a:lvl6pPr>
            <a:lvl7pPr marL="3023870" indent="0">
              <a:buNone/>
              <a:defRPr sz="1765" b="1"/>
            </a:lvl7pPr>
            <a:lvl8pPr marL="3528060" indent="0">
              <a:buNone/>
              <a:defRPr sz="1765" b="1"/>
            </a:lvl8pPr>
            <a:lvl9pPr marL="4031615" indent="0">
              <a:buNone/>
              <a:defRPr sz="1765" b="1"/>
            </a:lvl9pPr>
          </a:lstStyle>
          <a:p>
            <a:pPr lvl="0"/>
            <a:r>
              <a:rPr lang="en-US"/>
              <a:t>Click to edit Master text styles</a:t>
            </a:r>
            <a:endParaRPr lang="en-US"/>
          </a:p>
        </p:txBody>
      </p:sp>
      <p:sp>
        <p:nvSpPr>
          <p:cNvPr id="4" name="Content Placeholder 3"/>
          <p:cNvSpPr>
            <a:spLocks noGrp="1"/>
          </p:cNvSpPr>
          <p:nvPr>
            <p:ph sz="half" idx="2"/>
          </p:nvPr>
        </p:nvSpPr>
        <p:spPr>
          <a:xfrm>
            <a:off x="672041" y="3017307"/>
            <a:ext cx="3407251" cy="364217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262702" y="2382084"/>
            <a:ext cx="3407251" cy="635222"/>
          </a:xfrm>
        </p:spPr>
        <p:txBody>
          <a:bodyPr anchor="b">
            <a:noAutofit/>
          </a:bodyPr>
          <a:lstStyle>
            <a:lvl1pPr marL="0" indent="0">
              <a:buNone/>
              <a:defRPr sz="2645" b="0"/>
            </a:lvl1pPr>
            <a:lvl2pPr marL="504190" indent="0">
              <a:buNone/>
              <a:defRPr sz="2205" b="1"/>
            </a:lvl2pPr>
            <a:lvl3pPr marL="1007745" indent="0">
              <a:buNone/>
              <a:defRPr sz="1985" b="1"/>
            </a:lvl3pPr>
            <a:lvl4pPr marL="1511935" indent="0">
              <a:buNone/>
              <a:defRPr sz="1765" b="1"/>
            </a:lvl4pPr>
            <a:lvl5pPr marL="2016125" indent="0">
              <a:buNone/>
              <a:defRPr sz="1765" b="1"/>
            </a:lvl5pPr>
            <a:lvl6pPr marL="2519680" indent="0">
              <a:buNone/>
              <a:defRPr sz="1765" b="1"/>
            </a:lvl6pPr>
            <a:lvl7pPr marL="3023870" indent="0">
              <a:buNone/>
              <a:defRPr sz="1765" b="1"/>
            </a:lvl7pPr>
            <a:lvl8pPr marL="3528060" indent="0">
              <a:buNone/>
              <a:defRPr sz="1765" b="1"/>
            </a:lvl8pPr>
            <a:lvl9pPr marL="4031615" indent="0">
              <a:buNone/>
              <a:defRPr sz="1765" b="1"/>
            </a:lvl9pPr>
          </a:lstStyle>
          <a:p>
            <a:pPr lvl="0"/>
            <a:r>
              <a:rPr lang="en-US"/>
              <a:t>Click to edit Master text styles</a:t>
            </a:r>
            <a:endParaRPr lang="en-US"/>
          </a:p>
        </p:txBody>
      </p:sp>
      <p:sp>
        <p:nvSpPr>
          <p:cNvPr id="6" name="Content Placeholder 5"/>
          <p:cNvSpPr>
            <a:spLocks noGrp="1"/>
          </p:cNvSpPr>
          <p:nvPr>
            <p:ph sz="quarter" idx="4"/>
          </p:nvPr>
        </p:nvSpPr>
        <p:spPr>
          <a:xfrm>
            <a:off x="4262702" y="3017307"/>
            <a:ext cx="3407251" cy="364217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2041" y="671971"/>
            <a:ext cx="6997914" cy="145593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1" y="1651933"/>
            <a:ext cx="3075982" cy="1409272"/>
          </a:xfrm>
        </p:spPr>
        <p:txBody>
          <a:bodyPr anchor="b"/>
          <a:lstStyle>
            <a:lvl1pPr>
              <a:defRPr sz="2205"/>
            </a:lvl1pPr>
          </a:lstStyle>
          <a:p>
            <a:r>
              <a:rPr lang="en-US"/>
              <a:t>Click to edit Master title style</a:t>
            </a:r>
            <a:endParaRPr lang="en-US" dirty="0"/>
          </a:p>
        </p:txBody>
      </p:sp>
      <p:sp>
        <p:nvSpPr>
          <p:cNvPr id="3" name="Content Placeholder 2"/>
          <p:cNvSpPr>
            <a:spLocks noGrp="1"/>
          </p:cNvSpPr>
          <p:nvPr>
            <p:ph idx="1"/>
          </p:nvPr>
        </p:nvSpPr>
        <p:spPr>
          <a:xfrm>
            <a:off x="3937083" y="567610"/>
            <a:ext cx="3732871" cy="609187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72041" y="3061205"/>
            <a:ext cx="3075982" cy="2848876"/>
          </a:xfrm>
        </p:spPr>
        <p:txBody>
          <a:bodyPr/>
          <a:lstStyle>
            <a:lvl1pPr marL="0" indent="0">
              <a:buNone/>
              <a:defRPr sz="1545"/>
            </a:lvl1pPr>
            <a:lvl2pPr marL="377825" indent="0">
              <a:buNone/>
              <a:defRPr sz="1155"/>
            </a:lvl2pPr>
            <a:lvl3pPr marL="755650" indent="0">
              <a:buNone/>
              <a:defRPr sz="990"/>
            </a:lvl3pPr>
            <a:lvl4pPr marL="1134110" indent="0">
              <a:buNone/>
              <a:defRPr sz="825"/>
            </a:lvl4pPr>
            <a:lvl5pPr marL="1511935" indent="0">
              <a:buNone/>
              <a:defRPr sz="825"/>
            </a:lvl5pPr>
            <a:lvl6pPr marL="1889760" indent="0">
              <a:buNone/>
              <a:defRPr sz="825"/>
            </a:lvl6pPr>
            <a:lvl7pPr marL="2267585" indent="0">
              <a:buNone/>
              <a:defRPr sz="825"/>
            </a:lvl7pPr>
            <a:lvl8pPr marL="2646045" indent="0">
              <a:buNone/>
              <a:defRPr sz="825"/>
            </a:lvl8pPr>
            <a:lvl9pPr marL="3023870" indent="0">
              <a:buNone/>
              <a:defRPr sz="825"/>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1" y="5291772"/>
            <a:ext cx="6997914" cy="624724"/>
          </a:xfrm>
        </p:spPr>
        <p:txBody>
          <a:bodyPr anchor="b"/>
          <a:lstStyle>
            <a:lvl1pPr algn="l">
              <a:defRPr sz="2645"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2041" y="671971"/>
            <a:ext cx="6997914" cy="4239192"/>
          </a:xfrm>
        </p:spPr>
        <p:txBody>
          <a:bodyPr vert="horz" wrap="square" lIns="91440" tIns="45720" rIns="91440" bIns="45720" numCol="1" rtlCol="0" anchor="t" anchorCtr="0" compatLnSpc="1">
            <a:normAutofit/>
          </a:bodyPr>
          <a:lstStyle>
            <a:lvl1pPr marL="0" indent="0" algn="ctr">
              <a:buNone/>
              <a:defRPr sz="1765"/>
            </a:lvl1pPr>
            <a:lvl2pPr marL="504190" indent="0">
              <a:buNone/>
              <a:defRPr sz="1765"/>
            </a:lvl2pPr>
            <a:lvl3pPr marL="1007745" indent="0">
              <a:buNone/>
              <a:defRPr sz="1765"/>
            </a:lvl3pPr>
            <a:lvl4pPr marL="1511935" indent="0">
              <a:buNone/>
              <a:defRPr sz="1765"/>
            </a:lvl4pPr>
            <a:lvl5pPr marL="2016125" indent="0">
              <a:buNone/>
              <a:defRPr sz="1765"/>
            </a:lvl5pPr>
            <a:lvl6pPr marL="2519680" indent="0">
              <a:buNone/>
              <a:defRPr sz="1765"/>
            </a:lvl6pPr>
            <a:lvl7pPr marL="3023870" indent="0">
              <a:buNone/>
              <a:defRPr sz="1765"/>
            </a:lvl7pPr>
            <a:lvl8pPr marL="3528060" indent="0">
              <a:buNone/>
              <a:defRPr sz="1765"/>
            </a:lvl8pPr>
            <a:lvl9pPr marL="4031615" indent="0">
              <a:buNone/>
              <a:defRPr sz="1765"/>
            </a:lvl9pPr>
          </a:lstStyle>
          <a:p>
            <a:pPr marL="0" marR="0" lvl="0" indent="0" algn="ctr" defTabSz="503555" rtl="0" eaLnBrk="0" fontAlgn="base" latinLnBrk="0" hangingPunct="0">
              <a:lnSpc>
                <a:spcPct val="100000"/>
              </a:lnSpc>
              <a:spcBef>
                <a:spcPts val="1100"/>
              </a:spcBef>
              <a:spcAft>
                <a:spcPct val="0"/>
              </a:spcAft>
              <a:buClr>
                <a:schemeClr val="accent1"/>
              </a:buClr>
              <a:buSzPct val="80000"/>
              <a:buFont typeface="Wingdings 3" panose="05040102010807070707" pitchFamily="82" charset="2"/>
              <a:buNone/>
              <a:defRPr/>
            </a:pPr>
            <a:r>
              <a:rPr kumimoji="0" lang="en-US" sz="1765" b="0" i="0" u="none" strike="noStrike" kern="1200" cap="none" spc="0" normalizeH="0" baseline="0" noProof="0">
                <a:ln>
                  <a:noFill/>
                </a:ln>
                <a:solidFill>
                  <a:srgbClr val="404040"/>
                </a:solidFill>
                <a:effectLst/>
                <a:uLnTx/>
                <a:uFillTx/>
                <a:latin typeface="+mn-lt"/>
                <a:ea typeface="+mn-ea"/>
                <a:cs typeface="+mn-cs"/>
              </a:rPr>
              <a:t>Click icon to add picture</a:t>
            </a:r>
            <a:endParaRPr kumimoji="0" lang="en-US" sz="1765" b="0" i="0" u="none" strike="noStrike" kern="1200" cap="none" spc="0" normalizeH="0" baseline="0" noProof="0" dirty="0">
              <a:ln>
                <a:noFill/>
              </a:ln>
              <a:solidFill>
                <a:srgbClr val="404040"/>
              </a:solidFill>
              <a:effectLst/>
              <a:uLnTx/>
              <a:uFillTx/>
              <a:latin typeface="+mn-lt"/>
              <a:ea typeface="+mn-ea"/>
              <a:cs typeface="+mn-cs"/>
            </a:endParaRPr>
          </a:p>
        </p:txBody>
      </p:sp>
      <p:sp>
        <p:nvSpPr>
          <p:cNvPr id="4" name="Text Placeholder 3"/>
          <p:cNvSpPr>
            <a:spLocks noGrp="1"/>
          </p:cNvSpPr>
          <p:nvPr>
            <p:ph type="body" sz="half" idx="2"/>
          </p:nvPr>
        </p:nvSpPr>
        <p:spPr>
          <a:xfrm>
            <a:off x="672041" y="5916496"/>
            <a:ext cx="6997914" cy="742987"/>
          </a:xfrm>
        </p:spPr>
        <p:txBody>
          <a:bodyPr/>
          <a:lstStyle>
            <a:lvl1pPr marL="0" indent="0">
              <a:buNone/>
              <a:defRPr sz="1325"/>
            </a:lvl1pPr>
            <a:lvl2pPr marL="504190" indent="0">
              <a:buNone/>
              <a:defRPr sz="1325"/>
            </a:lvl2pPr>
            <a:lvl3pPr marL="1007745" indent="0">
              <a:buNone/>
              <a:defRPr sz="1100"/>
            </a:lvl3pPr>
            <a:lvl4pPr marL="1511935" indent="0">
              <a:buNone/>
              <a:defRPr sz="990"/>
            </a:lvl4pPr>
            <a:lvl5pPr marL="2016125" indent="0">
              <a:buNone/>
              <a:defRPr sz="990"/>
            </a:lvl5pPr>
            <a:lvl6pPr marL="2519680" indent="0">
              <a:buNone/>
              <a:defRPr sz="990"/>
            </a:lvl6pPr>
            <a:lvl7pPr marL="3023870" indent="0">
              <a:buNone/>
              <a:defRPr sz="990"/>
            </a:lvl7pPr>
            <a:lvl8pPr marL="3528060" indent="0">
              <a:buNone/>
              <a:defRPr sz="990"/>
            </a:lvl8pPr>
            <a:lvl9pPr marL="4031615" indent="0">
              <a:buNone/>
              <a:defRPr sz="99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2" y="671971"/>
            <a:ext cx="6997914" cy="3751839"/>
          </a:xfrm>
        </p:spPr>
        <p:txBody>
          <a:bodyPr anchor="ctr"/>
          <a:lstStyle>
            <a:lvl1pPr algn="l">
              <a:defRPr sz="4850" b="0" cap="none"/>
            </a:lvl1pPr>
          </a:lstStyle>
          <a:p>
            <a:r>
              <a:rPr lang="en-US"/>
              <a:t>Click to edit Master title style</a:t>
            </a:r>
            <a:endParaRPr lang="en-US" dirty="0"/>
          </a:p>
        </p:txBody>
      </p:sp>
      <p:sp>
        <p:nvSpPr>
          <p:cNvPr id="3" name="Text Placeholder 2"/>
          <p:cNvSpPr>
            <a:spLocks noGrp="1"/>
          </p:cNvSpPr>
          <p:nvPr>
            <p:ph type="body" idx="1"/>
          </p:nvPr>
        </p:nvSpPr>
        <p:spPr>
          <a:xfrm>
            <a:off x="672042" y="4927788"/>
            <a:ext cx="6997914" cy="1731695"/>
          </a:xfrm>
        </p:spPr>
        <p:txBody>
          <a:bodyPr anchor="ctr"/>
          <a:lstStyle>
            <a:lvl1pPr marL="0" indent="0" algn="l">
              <a:buNone/>
              <a:defRPr sz="1985">
                <a:solidFill>
                  <a:schemeClr val="tx1">
                    <a:lumMod val="75000"/>
                    <a:lumOff val="25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bg>
      <p:bgPr>
        <a:solidFill>
          <a:schemeClr val="bg1"/>
        </a:solidFill>
        <a:effectLst/>
      </p:bgPr>
    </p:bg>
    <p:spTree>
      <p:nvGrpSpPr>
        <p:cNvPr id="1" name=""/>
        <p:cNvGrpSpPr/>
        <p:nvPr/>
      </p:nvGrpSpPr>
      <p:grpSpPr>
        <a:xfrm>
          <a:off x="0" y="0"/>
          <a:ext cx="0" cy="0"/>
          <a:chOff x="0" y="0"/>
          <a:chExt cx="0" cy="0"/>
        </a:xfrm>
      </p:grpSpPr>
      <p:sp>
        <p:nvSpPr>
          <p:cNvPr id="4" name="TextBox 1"/>
          <p:cNvSpPr txBox="1"/>
          <p:nvPr/>
        </p:nvSpPr>
        <p:spPr>
          <a:xfrm>
            <a:off x="531813" y="871538"/>
            <a:ext cx="504825" cy="644525"/>
          </a:xfrm>
          <a:prstGeom prst="rect">
            <a:avLst/>
          </a:prstGeom>
        </p:spPr>
        <p:txBody>
          <a:bodyPr lIns="100796" tIns="50398" rIns="100796" bIns="50398"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rPr>
              <a:t>“</a:t>
            </a:r>
            <a:endPar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endParaRPr>
          </a:p>
        </p:txBody>
      </p:sp>
      <p:sp>
        <p:nvSpPr>
          <p:cNvPr id="5" name="TextBox 2"/>
          <p:cNvSpPr txBox="1"/>
          <p:nvPr/>
        </p:nvSpPr>
        <p:spPr>
          <a:xfrm>
            <a:off x="7439025" y="3181350"/>
            <a:ext cx="503238" cy="644525"/>
          </a:xfrm>
          <a:prstGeom prst="rect">
            <a:avLst/>
          </a:prstGeom>
        </p:spPr>
        <p:txBody>
          <a:bodyPr lIns="100796" tIns="50398" rIns="100796" bIns="50398"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rPr>
              <a:t>”</a:t>
            </a:r>
            <a:endPar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endParaRPr>
          </a:p>
        </p:txBody>
      </p:sp>
      <p:sp>
        <p:nvSpPr>
          <p:cNvPr id="2" name="Title 1"/>
          <p:cNvSpPr>
            <a:spLocks noGrp="1"/>
          </p:cNvSpPr>
          <p:nvPr>
            <p:ph type="title"/>
          </p:nvPr>
        </p:nvSpPr>
        <p:spPr>
          <a:xfrm>
            <a:off x="854257" y="671971"/>
            <a:ext cx="6694159"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213857" y="4003828"/>
            <a:ext cx="5974958" cy="419982"/>
          </a:xfrm>
        </p:spPr>
        <p:txBody>
          <a:bodyPr anchor="ctr">
            <a:noAutofit/>
          </a:bodyPr>
          <a:lstStyle>
            <a:lvl1pPr marL="0" indent="0">
              <a:buFontTx/>
              <a:buNone/>
              <a:defRPr sz="1765">
                <a:solidFill>
                  <a:schemeClr val="tx1">
                    <a:lumMod val="50000"/>
                    <a:lumOff val="50000"/>
                  </a:schemeClr>
                </a:solidFill>
              </a:defRPr>
            </a:lvl1pPr>
            <a:lvl2pPr marL="504190" indent="0">
              <a:buFontTx/>
              <a:buNone/>
              <a:defRPr/>
            </a:lvl2pPr>
            <a:lvl3pPr marL="1007745" indent="0">
              <a:buFontTx/>
              <a:buNone/>
              <a:defRPr/>
            </a:lvl3pPr>
            <a:lvl4pPr marL="1511935" indent="0">
              <a:buFontTx/>
              <a:buNone/>
              <a:defRPr/>
            </a:lvl4pPr>
            <a:lvl5pPr marL="2016125"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2040" y="4927788"/>
            <a:ext cx="6997915" cy="1731695"/>
          </a:xfrm>
        </p:spPr>
        <p:txBody>
          <a:bodyPr anchor="ctr"/>
          <a:lstStyle>
            <a:lvl1pPr marL="0" indent="0" algn="l">
              <a:buNone/>
              <a:defRPr sz="1985">
                <a:solidFill>
                  <a:schemeClr val="tx1">
                    <a:lumMod val="75000"/>
                    <a:lumOff val="25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17" name="Date Placeholder 3"/>
          <p:cNvSpPr>
            <a:spLocks noGrp="1"/>
          </p:cNvSpPr>
          <p:nvPr>
            <p:ph type="dt" sz="half" idx="2"/>
          </p:nvPr>
        </p:nvSpPr>
        <p:spPr>
          <a:xfrm>
            <a:off x="5959475" y="6659563"/>
            <a:ext cx="754063" cy="401638"/>
          </a:xfrm>
          <a:prstGeom prst="rect">
            <a:avLst/>
          </a:prstGeom>
        </p:spPr>
        <p:txBody>
          <a:bodyPr vert="horz"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B104B677-C32C-4EF5-8650-7E4BD9FE631B}"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18" name="Footer Placeholder 4"/>
          <p:cNvSpPr>
            <a:spLocks noGrp="1"/>
          </p:cNvSpPr>
          <p:nvPr>
            <p:ph type="ftr" sz="quarter" idx="3"/>
          </p:nvPr>
        </p:nvSpPr>
        <p:spPr>
          <a:xfrm>
            <a:off x="671513" y="6659563"/>
            <a:ext cx="5097463" cy="401638"/>
          </a:xfrm>
          <a:prstGeom prst="rect">
            <a:avLst/>
          </a:prstGeom>
        </p:spPr>
        <p:txBody>
          <a:bodyPr vert="horz" lIns="91440" tIns="45720" rIns="91440" bIns="45720" rtlCol="0" anchor="ctr"/>
          <a:lstStyle>
            <a:lvl1pPr>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9" name="Slide Number Placeholder 5"/>
          <p:cNvSpPr>
            <a:spLocks noGrp="1"/>
          </p:cNvSpPr>
          <p:nvPr>
            <p:ph type="sldNum" sz="quarter" idx="4"/>
          </p:nvPr>
        </p:nvSpPr>
        <p:spPr>
          <a:xfrm>
            <a:off x="7104063" y="6659563"/>
            <a:ext cx="565150" cy="401638"/>
          </a:xfrm>
          <a:prstGeom prst="rect">
            <a:avLst/>
          </a:prstGeom>
        </p:spPr>
        <p:txBody>
          <a:bodyPr vert="horz" lIns="91440" tIns="45720" rIns="91440" bIns="45720" rtlCol="0" anchor="ctr"/>
          <a:p>
            <a:pPr algn="r" eaLnBrk="1" hangingPunct="1">
              <a:buNone/>
            </a:pPr>
            <a:fld id="{9A0DB2DC-4C9A-4742-B13C-FB6460FD3503}" type="slidenum">
              <a:rPr lang="en-US" dirty="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2040" y="2129659"/>
            <a:ext cx="6997915" cy="2861014"/>
          </a:xfrm>
        </p:spPr>
        <p:txBody>
          <a:bodyPr anchor="b"/>
          <a:lstStyle>
            <a:lvl1pPr algn="l">
              <a:defRPr sz="4850" b="0" cap="none"/>
            </a:lvl1pPr>
          </a:lstStyle>
          <a:p>
            <a:r>
              <a:rPr lang="en-US"/>
              <a:t>Click to edit Master title style</a:t>
            </a:r>
            <a:endParaRPr lang="en-US" dirty="0"/>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5">
                <a:solidFill>
                  <a:schemeClr val="tx1">
                    <a:lumMod val="75000"/>
                    <a:lumOff val="25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bg>
      <p:bgPr>
        <a:solidFill>
          <a:schemeClr val="bg1"/>
        </a:solidFill>
        <a:effectLst/>
      </p:bgPr>
    </p:bg>
    <p:spTree>
      <p:nvGrpSpPr>
        <p:cNvPr id="1" name=""/>
        <p:cNvGrpSpPr/>
        <p:nvPr/>
      </p:nvGrpSpPr>
      <p:grpSpPr>
        <a:xfrm>
          <a:off x="0" y="0"/>
          <a:ext cx="0" cy="0"/>
          <a:chOff x="0" y="0"/>
          <a:chExt cx="0" cy="0"/>
        </a:xfrm>
      </p:grpSpPr>
      <p:sp>
        <p:nvSpPr>
          <p:cNvPr id="4" name="TextBox 1"/>
          <p:cNvSpPr txBox="1"/>
          <p:nvPr/>
        </p:nvSpPr>
        <p:spPr>
          <a:xfrm>
            <a:off x="531813" y="871538"/>
            <a:ext cx="504825" cy="644525"/>
          </a:xfrm>
          <a:prstGeom prst="rect">
            <a:avLst/>
          </a:prstGeom>
        </p:spPr>
        <p:txBody>
          <a:bodyPr lIns="100796" tIns="50398" rIns="100796" bIns="50398"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rPr>
              <a:t>“</a:t>
            </a:r>
            <a:endPar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endParaRPr>
          </a:p>
        </p:txBody>
      </p:sp>
      <p:sp>
        <p:nvSpPr>
          <p:cNvPr id="5" name="TextBox 2"/>
          <p:cNvSpPr txBox="1"/>
          <p:nvPr/>
        </p:nvSpPr>
        <p:spPr>
          <a:xfrm>
            <a:off x="7439025" y="3181350"/>
            <a:ext cx="503238" cy="644525"/>
          </a:xfrm>
          <a:prstGeom prst="rect">
            <a:avLst/>
          </a:prstGeom>
        </p:spPr>
        <p:txBody>
          <a:bodyPr lIns="100796" tIns="50398" rIns="100796" bIns="50398"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rPr>
              <a:t>”</a:t>
            </a:r>
            <a:endPar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endParaRPr>
          </a:p>
        </p:txBody>
      </p:sp>
      <p:sp>
        <p:nvSpPr>
          <p:cNvPr id="2" name="Title 1"/>
          <p:cNvSpPr>
            <a:spLocks noGrp="1"/>
          </p:cNvSpPr>
          <p:nvPr>
            <p:ph type="title"/>
          </p:nvPr>
        </p:nvSpPr>
        <p:spPr>
          <a:xfrm>
            <a:off x="854257" y="671971"/>
            <a:ext cx="6694159"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2038" y="4423810"/>
            <a:ext cx="6997916" cy="566863"/>
          </a:xfrm>
        </p:spPr>
        <p:txBody>
          <a:bodyPr anchor="b">
            <a:noAutofit/>
          </a:bodyPr>
          <a:lstStyle>
            <a:lvl1pPr marL="0" indent="0">
              <a:buFontTx/>
              <a:buNone/>
              <a:defRPr sz="2645">
                <a:solidFill>
                  <a:schemeClr val="tx1">
                    <a:lumMod val="75000"/>
                    <a:lumOff val="25000"/>
                  </a:schemeClr>
                </a:solidFill>
              </a:defRPr>
            </a:lvl1pPr>
            <a:lvl2pPr marL="504190" indent="0">
              <a:buFontTx/>
              <a:buNone/>
              <a:defRPr/>
            </a:lvl2pPr>
            <a:lvl3pPr marL="1007745" indent="0">
              <a:buFontTx/>
              <a:buNone/>
              <a:defRPr/>
            </a:lvl3pPr>
            <a:lvl4pPr marL="1511935" indent="0">
              <a:buFontTx/>
              <a:buNone/>
              <a:defRPr/>
            </a:lvl4pPr>
            <a:lvl5pPr marL="2016125"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5">
                <a:solidFill>
                  <a:schemeClr val="tx1">
                    <a:lumMod val="50000"/>
                    <a:lumOff val="50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17" name="Date Placeholder 3"/>
          <p:cNvSpPr>
            <a:spLocks noGrp="1"/>
          </p:cNvSpPr>
          <p:nvPr>
            <p:ph type="dt" sz="half" idx="2"/>
          </p:nvPr>
        </p:nvSpPr>
        <p:spPr>
          <a:xfrm>
            <a:off x="5959475" y="6659563"/>
            <a:ext cx="754063" cy="401638"/>
          </a:xfrm>
          <a:prstGeom prst="rect">
            <a:avLst/>
          </a:prstGeom>
        </p:spPr>
        <p:txBody>
          <a:bodyPr vert="horz"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3BA2F903-E81D-4847-837F-83149DD71553}"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18" name="Footer Placeholder 4"/>
          <p:cNvSpPr>
            <a:spLocks noGrp="1"/>
          </p:cNvSpPr>
          <p:nvPr>
            <p:ph type="ftr" sz="quarter" idx="3"/>
          </p:nvPr>
        </p:nvSpPr>
        <p:spPr>
          <a:xfrm>
            <a:off x="671513" y="6659563"/>
            <a:ext cx="5097463" cy="401638"/>
          </a:xfrm>
          <a:prstGeom prst="rect">
            <a:avLst/>
          </a:prstGeom>
        </p:spPr>
        <p:txBody>
          <a:bodyPr vert="horz" lIns="91440" tIns="45720" rIns="91440" bIns="45720" rtlCol="0" anchor="ctr"/>
          <a:lstStyle>
            <a:lvl1pPr>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9" name="Slide Number Placeholder 5"/>
          <p:cNvSpPr>
            <a:spLocks noGrp="1"/>
          </p:cNvSpPr>
          <p:nvPr>
            <p:ph type="sldNum" sz="quarter" idx="4"/>
          </p:nvPr>
        </p:nvSpPr>
        <p:spPr>
          <a:xfrm>
            <a:off x="7104063" y="6659563"/>
            <a:ext cx="565150" cy="401638"/>
          </a:xfrm>
          <a:prstGeom prst="rect">
            <a:avLst/>
          </a:prstGeom>
        </p:spPr>
        <p:txBody>
          <a:bodyPr vert="horz" lIns="91440" tIns="45720" rIns="91440" bIns="45720" rtlCol="0" anchor="ctr"/>
          <a:p>
            <a:pPr algn="r" eaLnBrk="1" hangingPunct="1">
              <a:buNone/>
            </a:pPr>
            <a:fld id="{9A0DB2DC-4C9A-4742-B13C-FB6460FD3503}" type="slidenum">
              <a:rPr lang="en-US" dirty="0"/>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78930" y="671971"/>
            <a:ext cx="6991025"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2038" y="4423810"/>
            <a:ext cx="6997916" cy="566863"/>
          </a:xfrm>
        </p:spPr>
        <p:txBody>
          <a:bodyPr anchor="b">
            <a:noAutofit/>
          </a:bodyPr>
          <a:lstStyle>
            <a:lvl1pPr marL="0" indent="0">
              <a:buFontTx/>
              <a:buNone/>
              <a:defRPr sz="2645">
                <a:solidFill>
                  <a:schemeClr val="accent1"/>
                </a:solidFill>
              </a:defRPr>
            </a:lvl1pPr>
            <a:lvl2pPr marL="504190" indent="0">
              <a:buFontTx/>
              <a:buNone/>
              <a:defRPr/>
            </a:lvl2pPr>
            <a:lvl3pPr marL="1007745" indent="0">
              <a:buFontTx/>
              <a:buNone/>
              <a:defRPr/>
            </a:lvl3pPr>
            <a:lvl4pPr marL="1511935" indent="0">
              <a:buFontTx/>
              <a:buNone/>
              <a:defRPr/>
            </a:lvl4pPr>
            <a:lvl5pPr marL="2016125"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5">
                <a:solidFill>
                  <a:schemeClr val="tx1">
                    <a:lumMod val="50000"/>
                    <a:lumOff val="50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4"/>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5"/>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6"/>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9572" y="671972"/>
            <a:ext cx="1079072" cy="5788752"/>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2041" y="671972"/>
            <a:ext cx="5727155" cy="5788752"/>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grpSp>
        <p:nvGrpSpPr>
          <p:cNvPr id="2050" name="Group 17"/>
          <p:cNvGrpSpPr/>
          <p:nvPr/>
        </p:nvGrpSpPr>
        <p:grpSpPr>
          <a:xfrm>
            <a:off x="-9525" y="-9525"/>
            <a:ext cx="10110788" cy="7578725"/>
            <a:chOff x="-8466" y="-8468"/>
            <a:chExt cx="9171316" cy="6874935"/>
          </a:xfrm>
        </p:grpSpPr>
        <p:cxnSp>
          <p:nvCxnSpPr>
            <p:cNvPr id="4" name="Straight Connector 2"/>
            <p:cNvCxnSpPr/>
            <p:nvPr/>
          </p:nvCxnSpPr>
          <p:spPr>
            <a:xfrm flipV="1">
              <a:off x="5130870" y="4174961"/>
              <a:ext cx="4021900" cy="268286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a:off x="7043180" y="172"/>
              <a:ext cx="1218234" cy="6857654"/>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8" name="Freeform 29"/>
            <p:cNvSpPr/>
            <p:nvPr/>
          </p:nvSpPr>
          <p:spPr>
            <a:xfrm>
              <a:off x="6891981" y="172"/>
              <a:ext cx="2269429" cy="6866295"/>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Freeform 30"/>
            <p:cNvSpPr/>
            <p:nvPr/>
          </p:nvSpPr>
          <p:spPr>
            <a:xfrm>
              <a:off x="7204459" y="-8468"/>
              <a:ext cx="1948310" cy="6866295"/>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31"/>
            <p:cNvSpPr/>
            <p:nvPr/>
          </p:nvSpPr>
          <p:spPr>
            <a:xfrm>
              <a:off x="6638542" y="3920066"/>
              <a:ext cx="2512788" cy="2937760"/>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32"/>
            <p:cNvSpPr/>
            <p:nvPr/>
          </p:nvSpPr>
          <p:spPr>
            <a:xfrm>
              <a:off x="7010060" y="-8468"/>
              <a:ext cx="2142710" cy="6866295"/>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33"/>
            <p:cNvSpPr/>
            <p:nvPr/>
          </p:nvSpPr>
          <p:spPr>
            <a:xfrm>
              <a:off x="8295974" y="-8468"/>
              <a:ext cx="856795" cy="6866295"/>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34"/>
            <p:cNvSpPr/>
            <p:nvPr/>
          </p:nvSpPr>
          <p:spPr>
            <a:xfrm>
              <a:off x="8094375" y="-8468"/>
              <a:ext cx="1067034" cy="6866295"/>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35"/>
            <p:cNvSpPr/>
            <p:nvPr/>
          </p:nvSpPr>
          <p:spPr>
            <a:xfrm>
              <a:off x="8068455" y="4893559"/>
              <a:ext cx="1094395"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17"/>
            <p:cNvSpPr/>
            <p:nvPr/>
          </p:nvSpPr>
          <p:spPr>
            <a:xfrm>
              <a:off x="-8466" y="-8468"/>
              <a:ext cx="863996" cy="5698391"/>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403" y="2650553"/>
            <a:ext cx="6423553" cy="1814743"/>
          </a:xfrm>
        </p:spPr>
        <p:txBody>
          <a:bodyPr anchor="b">
            <a:noAutofit/>
          </a:bodyPr>
          <a:lstStyle>
            <a:lvl1pPr algn="r">
              <a:defRPr sz="59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246403" y="4465295"/>
            <a:ext cx="6423553" cy="1209128"/>
          </a:xfrm>
        </p:spPr>
        <p:txBody>
          <a:bodyPr/>
          <a:lstStyle>
            <a:lvl1pPr marL="0" indent="0" algn="r">
              <a:buNone/>
              <a:defRPr>
                <a:solidFill>
                  <a:schemeClr val="tx1">
                    <a:lumMod val="50000"/>
                    <a:lumOff val="50000"/>
                  </a:schemeClr>
                </a:solidFill>
              </a:defRPr>
            </a:lvl1pPr>
            <a:lvl2pPr marL="504190" indent="0" algn="ctr">
              <a:buNone/>
              <a:defRPr>
                <a:solidFill>
                  <a:schemeClr val="tx1">
                    <a:tint val="75000"/>
                  </a:schemeClr>
                </a:solidFill>
              </a:defRPr>
            </a:lvl2pPr>
            <a:lvl3pPr marL="1007745" indent="0" algn="ctr">
              <a:buNone/>
              <a:defRPr>
                <a:solidFill>
                  <a:schemeClr val="tx1">
                    <a:tint val="75000"/>
                  </a:schemeClr>
                </a:solidFill>
              </a:defRPr>
            </a:lvl3pPr>
            <a:lvl4pPr marL="1511935" indent="0" algn="ctr">
              <a:buNone/>
              <a:defRPr>
                <a:solidFill>
                  <a:schemeClr val="tx1">
                    <a:tint val="75000"/>
                  </a:schemeClr>
                </a:solidFill>
              </a:defRPr>
            </a:lvl4pPr>
            <a:lvl5pPr marL="2016125" indent="0" algn="ctr">
              <a:buNone/>
              <a:defRPr>
                <a:solidFill>
                  <a:schemeClr val="tx1">
                    <a:tint val="75000"/>
                  </a:schemeClr>
                </a:solidFill>
              </a:defRPr>
            </a:lvl5pPr>
            <a:lvl6pPr marL="2519680" indent="0" algn="ctr">
              <a:buNone/>
              <a:defRPr>
                <a:solidFill>
                  <a:schemeClr val="tx1">
                    <a:tint val="75000"/>
                  </a:schemeClr>
                </a:solidFill>
              </a:defRPr>
            </a:lvl6pPr>
            <a:lvl7pPr marL="3023870" indent="0" algn="ctr">
              <a:buNone/>
              <a:defRPr>
                <a:solidFill>
                  <a:schemeClr val="tx1">
                    <a:tint val="75000"/>
                  </a:schemeClr>
                </a:solidFill>
              </a:defRPr>
            </a:lvl7pPr>
            <a:lvl8pPr marL="3528060" indent="0" algn="ctr">
              <a:buNone/>
              <a:defRPr>
                <a:solidFill>
                  <a:schemeClr val="tx1">
                    <a:tint val="75000"/>
                  </a:schemeClr>
                </a:solidFill>
              </a:defRPr>
            </a:lvl8pPr>
            <a:lvl9pPr marL="4031615" indent="0" algn="ctr">
              <a:buNone/>
              <a:defRPr>
                <a:solidFill>
                  <a:schemeClr val="tx1">
                    <a:tint val="75000"/>
                  </a:schemeClr>
                </a:solidFill>
              </a:defRPr>
            </a:lvl9pPr>
          </a:lstStyle>
          <a:p>
            <a:r>
              <a:rPr lang="en-US"/>
              <a:t>Click to edit Master subtitle style</a:t>
            </a:r>
            <a:endParaRPr lang="en-US" dirty="0"/>
          </a:p>
        </p:txBody>
      </p:sp>
      <p:sp>
        <p:nvSpPr>
          <p:cNvPr id="26" name="Date Placeholder 3"/>
          <p:cNvSpPr>
            <a:spLocks noGrp="1"/>
          </p:cNvSpPr>
          <p:nvPr>
            <p:ph type="dt" sz="half" idx="2"/>
          </p:nvPr>
        </p:nvSpPr>
        <p:spPr>
          <a:xfrm>
            <a:off x="5959475" y="6659563"/>
            <a:ext cx="754063" cy="401638"/>
          </a:xfrm>
          <a:prstGeom prst="rect">
            <a:avLst/>
          </a:prstGeom>
        </p:spPr>
        <p:txBody>
          <a:bodyPr vert="horz"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526B3BA4-C8A1-4DFD-B164-0004239C2298}"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7" name="Footer Placeholder 4"/>
          <p:cNvSpPr>
            <a:spLocks noGrp="1"/>
          </p:cNvSpPr>
          <p:nvPr>
            <p:ph type="ftr" sz="quarter" idx="3"/>
          </p:nvPr>
        </p:nvSpPr>
        <p:spPr>
          <a:xfrm>
            <a:off x="671513" y="6659563"/>
            <a:ext cx="5097463" cy="401638"/>
          </a:xfrm>
          <a:prstGeom prst="rect">
            <a:avLst/>
          </a:prstGeom>
        </p:spPr>
        <p:txBody>
          <a:bodyPr vert="horz" lIns="91440" tIns="45720" rIns="91440" bIns="45720" rtlCol="0" anchor="ctr"/>
          <a:lstStyle>
            <a:lvl1pPr>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28" name="Slide Number Placeholder 5"/>
          <p:cNvSpPr>
            <a:spLocks noGrp="1"/>
          </p:cNvSpPr>
          <p:nvPr>
            <p:ph type="sldNum" sz="quarter" idx="4"/>
          </p:nvPr>
        </p:nvSpPr>
        <p:spPr>
          <a:xfrm>
            <a:off x="7104063" y="6659563"/>
            <a:ext cx="565150" cy="401638"/>
          </a:xfrm>
          <a:prstGeom prst="rect">
            <a:avLst/>
          </a:prstGeom>
        </p:spPr>
        <p:txBody>
          <a:bodyPr vert="horz" lIns="91440" tIns="45720" rIns="91440" bIns="45720" rtlCol="0" anchor="ctr"/>
          <a:p>
            <a:pPr algn="r" eaLnBrk="1" hangingPunct="1">
              <a:buNone/>
            </a:pPr>
            <a:fld id="{9A0DB2DC-4C9A-4742-B13C-FB6460FD3503}" type="slidenum">
              <a:rPr lang="en-US" dirty="0"/>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7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2040" y="2977208"/>
            <a:ext cx="6997915" cy="2013467"/>
          </a:xfrm>
        </p:spPr>
        <p:txBody>
          <a:bodyPr anchor="b"/>
          <a:lstStyle>
            <a:lvl1pPr algn="l">
              <a:defRPr sz="4410" b="0" cap="none"/>
            </a:lvl1pPr>
          </a:lstStyle>
          <a:p>
            <a:r>
              <a:rPr lang="en-US"/>
              <a:t>Click to edit Master title style</a:t>
            </a:r>
            <a:endParaRPr lang="en-US" dirty="0"/>
          </a:p>
        </p:txBody>
      </p:sp>
      <p:sp>
        <p:nvSpPr>
          <p:cNvPr id="3" name="Text Placeholder 2"/>
          <p:cNvSpPr>
            <a:spLocks noGrp="1"/>
          </p:cNvSpPr>
          <p:nvPr>
            <p:ph type="body" idx="1"/>
          </p:nvPr>
        </p:nvSpPr>
        <p:spPr>
          <a:xfrm>
            <a:off x="672040" y="4990673"/>
            <a:ext cx="6997915" cy="948432"/>
          </a:xfrm>
        </p:spPr>
        <p:txBody>
          <a:bodyPr/>
          <a:lstStyle>
            <a:lvl1pPr marL="0" indent="0" algn="l">
              <a:buNone/>
              <a:defRPr sz="2205">
                <a:solidFill>
                  <a:schemeClr val="tx1">
                    <a:lumMod val="50000"/>
                    <a:lumOff val="50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2042" y="671971"/>
            <a:ext cx="6997914" cy="145593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72042" y="2381649"/>
            <a:ext cx="3404426" cy="4277832"/>
          </a:xfrm>
        </p:spPr>
        <p:txBody>
          <a:bodyPr/>
          <a:lstStyle>
            <a:lvl1pPr>
              <a:defRPr sz="1985"/>
            </a:lvl1pPr>
            <a:lvl2pPr>
              <a:defRPr sz="1765"/>
            </a:lvl2pPr>
            <a:lvl3pPr>
              <a:defRPr sz="1545"/>
            </a:lvl3pPr>
            <a:lvl4pPr>
              <a:defRPr sz="1325"/>
            </a:lvl4pPr>
            <a:lvl5pPr>
              <a:defRPr sz="1325"/>
            </a:lvl5pPr>
            <a:lvl6pPr>
              <a:defRPr sz="1325"/>
            </a:lvl6pPr>
            <a:lvl7pPr>
              <a:defRPr sz="1325"/>
            </a:lvl7pPr>
            <a:lvl8pPr>
              <a:defRPr sz="1325"/>
            </a:lvl8pPr>
            <a:lvl9pPr>
              <a:defRPr sz="1325"/>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4265529" y="2381651"/>
            <a:ext cx="3404427" cy="4277834"/>
          </a:xfrm>
        </p:spPr>
        <p:txBody>
          <a:bodyPr/>
          <a:lstStyle>
            <a:lvl1pPr>
              <a:defRPr sz="1985"/>
            </a:lvl1pPr>
            <a:lvl2pPr>
              <a:defRPr sz="1765"/>
            </a:lvl2pPr>
            <a:lvl3pPr>
              <a:defRPr sz="1545"/>
            </a:lvl3pPr>
            <a:lvl4pPr>
              <a:defRPr sz="1325"/>
            </a:lvl4pPr>
            <a:lvl5pPr>
              <a:defRPr sz="1325"/>
            </a:lvl5pPr>
            <a:lvl6pPr>
              <a:defRPr sz="1325"/>
            </a:lvl6pPr>
            <a:lvl7pPr>
              <a:defRPr sz="1325"/>
            </a:lvl7pPr>
            <a:lvl8pPr>
              <a:defRPr sz="1325"/>
            </a:lvl8pPr>
            <a:lvl9pPr>
              <a:defRPr sz="1325"/>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2041" y="671971"/>
            <a:ext cx="6997913" cy="1455937"/>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2041" y="2382084"/>
            <a:ext cx="3407251" cy="635222"/>
          </a:xfrm>
        </p:spPr>
        <p:txBody>
          <a:bodyPr anchor="b">
            <a:noAutofit/>
          </a:bodyPr>
          <a:lstStyle>
            <a:lvl1pPr marL="0" indent="0">
              <a:buNone/>
              <a:defRPr sz="2645" b="0"/>
            </a:lvl1pPr>
            <a:lvl2pPr marL="504190" indent="0">
              <a:buNone/>
              <a:defRPr sz="2205" b="1"/>
            </a:lvl2pPr>
            <a:lvl3pPr marL="1007745" indent="0">
              <a:buNone/>
              <a:defRPr sz="1985" b="1"/>
            </a:lvl3pPr>
            <a:lvl4pPr marL="1511935" indent="0">
              <a:buNone/>
              <a:defRPr sz="1765" b="1"/>
            </a:lvl4pPr>
            <a:lvl5pPr marL="2016125" indent="0">
              <a:buNone/>
              <a:defRPr sz="1765" b="1"/>
            </a:lvl5pPr>
            <a:lvl6pPr marL="2519680" indent="0">
              <a:buNone/>
              <a:defRPr sz="1765" b="1"/>
            </a:lvl6pPr>
            <a:lvl7pPr marL="3023870" indent="0">
              <a:buNone/>
              <a:defRPr sz="1765" b="1"/>
            </a:lvl7pPr>
            <a:lvl8pPr marL="3528060" indent="0">
              <a:buNone/>
              <a:defRPr sz="1765" b="1"/>
            </a:lvl8pPr>
            <a:lvl9pPr marL="4031615" indent="0">
              <a:buNone/>
              <a:defRPr sz="1765" b="1"/>
            </a:lvl9pPr>
          </a:lstStyle>
          <a:p>
            <a:pPr lvl="0"/>
            <a:r>
              <a:rPr lang="en-US"/>
              <a:t>Click to edit Master text styles</a:t>
            </a:r>
            <a:endParaRPr lang="en-US"/>
          </a:p>
        </p:txBody>
      </p:sp>
      <p:sp>
        <p:nvSpPr>
          <p:cNvPr id="4" name="Content Placeholder 3"/>
          <p:cNvSpPr>
            <a:spLocks noGrp="1"/>
          </p:cNvSpPr>
          <p:nvPr>
            <p:ph sz="half" idx="2"/>
          </p:nvPr>
        </p:nvSpPr>
        <p:spPr>
          <a:xfrm>
            <a:off x="672041" y="3017307"/>
            <a:ext cx="3407251" cy="364217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262702" y="2382084"/>
            <a:ext cx="3407251" cy="635222"/>
          </a:xfrm>
        </p:spPr>
        <p:txBody>
          <a:bodyPr anchor="b">
            <a:noAutofit/>
          </a:bodyPr>
          <a:lstStyle>
            <a:lvl1pPr marL="0" indent="0">
              <a:buNone/>
              <a:defRPr sz="2645" b="0"/>
            </a:lvl1pPr>
            <a:lvl2pPr marL="504190" indent="0">
              <a:buNone/>
              <a:defRPr sz="2205" b="1"/>
            </a:lvl2pPr>
            <a:lvl3pPr marL="1007745" indent="0">
              <a:buNone/>
              <a:defRPr sz="1985" b="1"/>
            </a:lvl3pPr>
            <a:lvl4pPr marL="1511935" indent="0">
              <a:buNone/>
              <a:defRPr sz="1765" b="1"/>
            </a:lvl4pPr>
            <a:lvl5pPr marL="2016125" indent="0">
              <a:buNone/>
              <a:defRPr sz="1765" b="1"/>
            </a:lvl5pPr>
            <a:lvl6pPr marL="2519680" indent="0">
              <a:buNone/>
              <a:defRPr sz="1765" b="1"/>
            </a:lvl6pPr>
            <a:lvl7pPr marL="3023870" indent="0">
              <a:buNone/>
              <a:defRPr sz="1765" b="1"/>
            </a:lvl7pPr>
            <a:lvl8pPr marL="3528060" indent="0">
              <a:buNone/>
              <a:defRPr sz="1765" b="1"/>
            </a:lvl8pPr>
            <a:lvl9pPr marL="4031615" indent="0">
              <a:buNone/>
              <a:defRPr sz="1765" b="1"/>
            </a:lvl9pPr>
          </a:lstStyle>
          <a:p>
            <a:pPr lvl="0"/>
            <a:r>
              <a:rPr lang="en-US"/>
              <a:t>Click to edit Master text styles</a:t>
            </a:r>
            <a:endParaRPr lang="en-US"/>
          </a:p>
        </p:txBody>
      </p:sp>
      <p:sp>
        <p:nvSpPr>
          <p:cNvPr id="6" name="Content Placeholder 5"/>
          <p:cNvSpPr>
            <a:spLocks noGrp="1"/>
          </p:cNvSpPr>
          <p:nvPr>
            <p:ph sz="quarter" idx="4"/>
          </p:nvPr>
        </p:nvSpPr>
        <p:spPr>
          <a:xfrm>
            <a:off x="4262702" y="3017307"/>
            <a:ext cx="3407251" cy="364217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2041" y="671971"/>
            <a:ext cx="6997914" cy="145593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1" y="1651933"/>
            <a:ext cx="3075982" cy="1409272"/>
          </a:xfrm>
        </p:spPr>
        <p:txBody>
          <a:bodyPr anchor="b"/>
          <a:lstStyle>
            <a:lvl1pPr>
              <a:defRPr sz="2205"/>
            </a:lvl1pPr>
          </a:lstStyle>
          <a:p>
            <a:r>
              <a:rPr lang="en-US"/>
              <a:t>Click to edit Master title style</a:t>
            </a:r>
            <a:endParaRPr lang="en-US" dirty="0"/>
          </a:p>
        </p:txBody>
      </p:sp>
      <p:sp>
        <p:nvSpPr>
          <p:cNvPr id="3" name="Content Placeholder 2"/>
          <p:cNvSpPr>
            <a:spLocks noGrp="1"/>
          </p:cNvSpPr>
          <p:nvPr>
            <p:ph idx="1"/>
          </p:nvPr>
        </p:nvSpPr>
        <p:spPr>
          <a:xfrm>
            <a:off x="3937083" y="567610"/>
            <a:ext cx="3732871" cy="609187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72041" y="3061205"/>
            <a:ext cx="3075982" cy="2848876"/>
          </a:xfrm>
        </p:spPr>
        <p:txBody>
          <a:bodyPr/>
          <a:lstStyle>
            <a:lvl1pPr marL="0" indent="0">
              <a:buNone/>
              <a:defRPr sz="1545"/>
            </a:lvl1pPr>
            <a:lvl2pPr marL="377825" indent="0">
              <a:buNone/>
              <a:defRPr sz="1155"/>
            </a:lvl2pPr>
            <a:lvl3pPr marL="755650" indent="0">
              <a:buNone/>
              <a:defRPr sz="990"/>
            </a:lvl3pPr>
            <a:lvl4pPr marL="1134110" indent="0">
              <a:buNone/>
              <a:defRPr sz="825"/>
            </a:lvl4pPr>
            <a:lvl5pPr marL="1511935" indent="0">
              <a:buNone/>
              <a:defRPr sz="825"/>
            </a:lvl5pPr>
            <a:lvl6pPr marL="1889760" indent="0">
              <a:buNone/>
              <a:defRPr sz="825"/>
            </a:lvl6pPr>
            <a:lvl7pPr marL="2267585" indent="0">
              <a:buNone/>
              <a:defRPr sz="825"/>
            </a:lvl7pPr>
            <a:lvl8pPr marL="2646045" indent="0">
              <a:buNone/>
              <a:defRPr sz="825"/>
            </a:lvl8pPr>
            <a:lvl9pPr marL="3023870" indent="0">
              <a:buNone/>
              <a:defRPr sz="825"/>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1" y="5291772"/>
            <a:ext cx="6997914" cy="624724"/>
          </a:xfrm>
        </p:spPr>
        <p:txBody>
          <a:bodyPr anchor="b"/>
          <a:lstStyle>
            <a:lvl1pPr algn="l">
              <a:defRPr sz="2645"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2041" y="671971"/>
            <a:ext cx="6997914" cy="4239192"/>
          </a:xfrm>
        </p:spPr>
        <p:txBody>
          <a:bodyPr vert="horz" wrap="square" lIns="91440" tIns="45720" rIns="91440" bIns="45720" numCol="1" rtlCol="0" anchor="t" anchorCtr="0" compatLnSpc="1">
            <a:normAutofit/>
          </a:bodyPr>
          <a:lstStyle>
            <a:lvl1pPr marL="0" indent="0" algn="ctr">
              <a:buNone/>
              <a:defRPr sz="1765"/>
            </a:lvl1pPr>
            <a:lvl2pPr marL="504190" indent="0">
              <a:buNone/>
              <a:defRPr sz="1765"/>
            </a:lvl2pPr>
            <a:lvl3pPr marL="1007745" indent="0">
              <a:buNone/>
              <a:defRPr sz="1765"/>
            </a:lvl3pPr>
            <a:lvl4pPr marL="1511935" indent="0">
              <a:buNone/>
              <a:defRPr sz="1765"/>
            </a:lvl4pPr>
            <a:lvl5pPr marL="2016125" indent="0">
              <a:buNone/>
              <a:defRPr sz="1765"/>
            </a:lvl5pPr>
            <a:lvl6pPr marL="2519680" indent="0">
              <a:buNone/>
              <a:defRPr sz="1765"/>
            </a:lvl6pPr>
            <a:lvl7pPr marL="3023870" indent="0">
              <a:buNone/>
              <a:defRPr sz="1765"/>
            </a:lvl7pPr>
            <a:lvl8pPr marL="3528060" indent="0">
              <a:buNone/>
              <a:defRPr sz="1765"/>
            </a:lvl8pPr>
            <a:lvl9pPr marL="4031615" indent="0">
              <a:buNone/>
              <a:defRPr sz="1765"/>
            </a:lvl9pPr>
          </a:lstStyle>
          <a:p>
            <a:pPr marL="0" marR="0" lvl="0" indent="0" algn="ctr" defTabSz="503555" rtl="0" eaLnBrk="0" fontAlgn="base" latinLnBrk="0" hangingPunct="0">
              <a:lnSpc>
                <a:spcPct val="100000"/>
              </a:lnSpc>
              <a:spcBef>
                <a:spcPts val="1100"/>
              </a:spcBef>
              <a:spcAft>
                <a:spcPct val="0"/>
              </a:spcAft>
              <a:buClr>
                <a:schemeClr val="accent1"/>
              </a:buClr>
              <a:buSzPct val="80000"/>
              <a:buFont typeface="Wingdings 3" panose="05040102010807070707" pitchFamily="82" charset="2"/>
              <a:buNone/>
              <a:defRPr/>
            </a:pPr>
            <a:r>
              <a:rPr kumimoji="0" lang="en-US" sz="1765" b="0" i="0" u="none" strike="noStrike" kern="1200" cap="none" spc="0" normalizeH="0" baseline="0" noProof="0">
                <a:ln>
                  <a:noFill/>
                </a:ln>
                <a:solidFill>
                  <a:srgbClr val="404040"/>
                </a:solidFill>
                <a:effectLst/>
                <a:uLnTx/>
                <a:uFillTx/>
                <a:latin typeface="+mn-lt"/>
                <a:ea typeface="+mn-ea"/>
                <a:cs typeface="+mn-cs"/>
              </a:rPr>
              <a:t>Click icon to add picture</a:t>
            </a:r>
            <a:endParaRPr kumimoji="0" lang="en-US" sz="1765" b="0" i="0" u="none" strike="noStrike" kern="1200" cap="none" spc="0" normalizeH="0" baseline="0" noProof="0" dirty="0">
              <a:ln>
                <a:noFill/>
              </a:ln>
              <a:solidFill>
                <a:srgbClr val="404040"/>
              </a:solidFill>
              <a:effectLst/>
              <a:uLnTx/>
              <a:uFillTx/>
              <a:latin typeface="+mn-lt"/>
              <a:ea typeface="+mn-ea"/>
              <a:cs typeface="+mn-cs"/>
            </a:endParaRPr>
          </a:p>
        </p:txBody>
      </p:sp>
      <p:sp>
        <p:nvSpPr>
          <p:cNvPr id="4" name="Text Placeholder 3"/>
          <p:cNvSpPr>
            <a:spLocks noGrp="1"/>
          </p:cNvSpPr>
          <p:nvPr>
            <p:ph type="body" sz="half" idx="2"/>
          </p:nvPr>
        </p:nvSpPr>
        <p:spPr>
          <a:xfrm>
            <a:off x="672041" y="5916496"/>
            <a:ext cx="6997914" cy="742987"/>
          </a:xfrm>
        </p:spPr>
        <p:txBody>
          <a:bodyPr/>
          <a:lstStyle>
            <a:lvl1pPr marL="0" indent="0">
              <a:buNone/>
              <a:defRPr sz="1325"/>
            </a:lvl1pPr>
            <a:lvl2pPr marL="504190" indent="0">
              <a:buNone/>
              <a:defRPr sz="1325"/>
            </a:lvl2pPr>
            <a:lvl3pPr marL="1007745" indent="0">
              <a:buNone/>
              <a:defRPr sz="1100"/>
            </a:lvl3pPr>
            <a:lvl4pPr marL="1511935" indent="0">
              <a:buNone/>
              <a:defRPr sz="990"/>
            </a:lvl4pPr>
            <a:lvl5pPr marL="2016125" indent="0">
              <a:buNone/>
              <a:defRPr sz="990"/>
            </a:lvl5pPr>
            <a:lvl6pPr marL="2519680" indent="0">
              <a:buNone/>
              <a:defRPr sz="990"/>
            </a:lvl6pPr>
            <a:lvl7pPr marL="3023870" indent="0">
              <a:buNone/>
              <a:defRPr sz="990"/>
            </a:lvl7pPr>
            <a:lvl8pPr marL="3528060" indent="0">
              <a:buNone/>
              <a:defRPr sz="990"/>
            </a:lvl8pPr>
            <a:lvl9pPr marL="4031615" indent="0">
              <a:buNone/>
              <a:defRPr sz="99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2" y="671971"/>
            <a:ext cx="6997914" cy="3751839"/>
          </a:xfrm>
        </p:spPr>
        <p:txBody>
          <a:bodyPr anchor="ctr"/>
          <a:lstStyle>
            <a:lvl1pPr algn="l">
              <a:defRPr sz="4850" b="0" cap="none"/>
            </a:lvl1pPr>
          </a:lstStyle>
          <a:p>
            <a:r>
              <a:rPr lang="en-US"/>
              <a:t>Click to edit Master title style</a:t>
            </a:r>
            <a:endParaRPr lang="en-US" dirty="0"/>
          </a:p>
        </p:txBody>
      </p:sp>
      <p:sp>
        <p:nvSpPr>
          <p:cNvPr id="3" name="Text Placeholder 2"/>
          <p:cNvSpPr>
            <a:spLocks noGrp="1"/>
          </p:cNvSpPr>
          <p:nvPr>
            <p:ph type="body" idx="1"/>
          </p:nvPr>
        </p:nvSpPr>
        <p:spPr>
          <a:xfrm>
            <a:off x="672042" y="4927788"/>
            <a:ext cx="6997914" cy="1731695"/>
          </a:xfrm>
        </p:spPr>
        <p:txBody>
          <a:bodyPr anchor="ctr"/>
          <a:lstStyle>
            <a:lvl1pPr marL="0" indent="0" algn="l">
              <a:buNone/>
              <a:defRPr sz="1985">
                <a:solidFill>
                  <a:schemeClr val="tx1">
                    <a:lumMod val="75000"/>
                    <a:lumOff val="25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Quote with Caption">
    <p:bg>
      <p:bgPr>
        <a:solidFill>
          <a:schemeClr val="bg1"/>
        </a:solidFill>
        <a:effectLst/>
      </p:bgPr>
    </p:bg>
    <p:spTree>
      <p:nvGrpSpPr>
        <p:cNvPr id="1" name=""/>
        <p:cNvGrpSpPr/>
        <p:nvPr/>
      </p:nvGrpSpPr>
      <p:grpSpPr>
        <a:xfrm>
          <a:off x="0" y="0"/>
          <a:ext cx="0" cy="0"/>
          <a:chOff x="0" y="0"/>
          <a:chExt cx="0" cy="0"/>
        </a:xfrm>
      </p:grpSpPr>
      <p:sp>
        <p:nvSpPr>
          <p:cNvPr id="4" name="TextBox 1"/>
          <p:cNvSpPr txBox="1"/>
          <p:nvPr/>
        </p:nvSpPr>
        <p:spPr>
          <a:xfrm>
            <a:off x="531813" y="871538"/>
            <a:ext cx="504825" cy="644525"/>
          </a:xfrm>
          <a:prstGeom prst="rect">
            <a:avLst/>
          </a:prstGeom>
        </p:spPr>
        <p:txBody>
          <a:bodyPr lIns="100796" tIns="50398" rIns="100796" bIns="50398"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rPr>
              <a:t>“</a:t>
            </a:r>
            <a:endPar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endParaRPr>
          </a:p>
        </p:txBody>
      </p:sp>
      <p:sp>
        <p:nvSpPr>
          <p:cNvPr id="5" name="TextBox 2"/>
          <p:cNvSpPr txBox="1"/>
          <p:nvPr/>
        </p:nvSpPr>
        <p:spPr>
          <a:xfrm>
            <a:off x="7439025" y="3181350"/>
            <a:ext cx="503238" cy="644525"/>
          </a:xfrm>
          <a:prstGeom prst="rect">
            <a:avLst/>
          </a:prstGeom>
        </p:spPr>
        <p:txBody>
          <a:bodyPr lIns="100796" tIns="50398" rIns="100796" bIns="50398"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rPr>
              <a:t>”</a:t>
            </a:r>
            <a:endPar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endParaRPr>
          </a:p>
        </p:txBody>
      </p:sp>
      <p:sp>
        <p:nvSpPr>
          <p:cNvPr id="2" name="Title 1"/>
          <p:cNvSpPr>
            <a:spLocks noGrp="1"/>
          </p:cNvSpPr>
          <p:nvPr>
            <p:ph type="title"/>
          </p:nvPr>
        </p:nvSpPr>
        <p:spPr>
          <a:xfrm>
            <a:off x="854257" y="671971"/>
            <a:ext cx="6694159"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213857" y="4003828"/>
            <a:ext cx="5974958" cy="419982"/>
          </a:xfrm>
        </p:spPr>
        <p:txBody>
          <a:bodyPr anchor="ctr">
            <a:noAutofit/>
          </a:bodyPr>
          <a:lstStyle>
            <a:lvl1pPr marL="0" indent="0">
              <a:buFontTx/>
              <a:buNone/>
              <a:defRPr sz="1765">
                <a:solidFill>
                  <a:schemeClr val="tx1">
                    <a:lumMod val="50000"/>
                    <a:lumOff val="50000"/>
                  </a:schemeClr>
                </a:solidFill>
              </a:defRPr>
            </a:lvl1pPr>
            <a:lvl2pPr marL="504190" indent="0">
              <a:buFontTx/>
              <a:buNone/>
              <a:defRPr/>
            </a:lvl2pPr>
            <a:lvl3pPr marL="1007745" indent="0">
              <a:buFontTx/>
              <a:buNone/>
              <a:defRPr/>
            </a:lvl3pPr>
            <a:lvl4pPr marL="1511935" indent="0">
              <a:buFontTx/>
              <a:buNone/>
              <a:defRPr/>
            </a:lvl4pPr>
            <a:lvl5pPr marL="2016125"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2040" y="4927788"/>
            <a:ext cx="6997915" cy="1731695"/>
          </a:xfrm>
        </p:spPr>
        <p:txBody>
          <a:bodyPr anchor="ctr"/>
          <a:lstStyle>
            <a:lvl1pPr marL="0" indent="0" algn="l">
              <a:buNone/>
              <a:defRPr sz="1985">
                <a:solidFill>
                  <a:schemeClr val="tx1">
                    <a:lumMod val="75000"/>
                    <a:lumOff val="25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17" name="Date Placeholder 3"/>
          <p:cNvSpPr>
            <a:spLocks noGrp="1"/>
          </p:cNvSpPr>
          <p:nvPr>
            <p:ph type="dt" sz="half" idx="2"/>
          </p:nvPr>
        </p:nvSpPr>
        <p:spPr>
          <a:xfrm>
            <a:off x="5959475" y="6659563"/>
            <a:ext cx="754063" cy="401638"/>
          </a:xfrm>
          <a:prstGeom prst="rect">
            <a:avLst/>
          </a:prstGeom>
        </p:spPr>
        <p:txBody>
          <a:bodyPr vert="horz"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B104B677-C32C-4EF5-8650-7E4BD9FE631B}"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18" name="Footer Placeholder 4"/>
          <p:cNvSpPr>
            <a:spLocks noGrp="1"/>
          </p:cNvSpPr>
          <p:nvPr>
            <p:ph type="ftr" sz="quarter" idx="3"/>
          </p:nvPr>
        </p:nvSpPr>
        <p:spPr>
          <a:xfrm>
            <a:off x="671513" y="6659563"/>
            <a:ext cx="5097463" cy="401638"/>
          </a:xfrm>
          <a:prstGeom prst="rect">
            <a:avLst/>
          </a:prstGeom>
        </p:spPr>
        <p:txBody>
          <a:bodyPr vert="horz" lIns="91440" tIns="45720" rIns="91440" bIns="45720" rtlCol="0" anchor="ctr"/>
          <a:lstStyle>
            <a:lvl1pPr>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9" name="Slide Number Placeholder 5"/>
          <p:cNvSpPr>
            <a:spLocks noGrp="1"/>
          </p:cNvSpPr>
          <p:nvPr>
            <p:ph type="sldNum" sz="quarter" idx="4"/>
          </p:nvPr>
        </p:nvSpPr>
        <p:spPr>
          <a:xfrm>
            <a:off x="7104063" y="6659563"/>
            <a:ext cx="565150" cy="401638"/>
          </a:xfrm>
          <a:prstGeom prst="rect">
            <a:avLst/>
          </a:prstGeom>
        </p:spPr>
        <p:txBody>
          <a:bodyPr vert="horz" lIns="91440" tIns="45720" rIns="91440" bIns="45720" rtlCol="0" anchor="ctr"/>
          <a:p>
            <a:pPr algn="r" eaLnBrk="1" hangingPunct="1">
              <a:buNone/>
            </a:pPr>
            <a:fld id="{9A0DB2DC-4C9A-4742-B13C-FB6460FD3503}" type="slidenum">
              <a:rPr lang="en-US" dirty="0"/>
            </a:fld>
            <a:endParaRPr 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2040" y="2129659"/>
            <a:ext cx="6997915" cy="2861014"/>
          </a:xfrm>
        </p:spPr>
        <p:txBody>
          <a:bodyPr anchor="b"/>
          <a:lstStyle>
            <a:lvl1pPr algn="l">
              <a:defRPr sz="4850" b="0" cap="none"/>
            </a:lvl1pPr>
          </a:lstStyle>
          <a:p>
            <a:r>
              <a:rPr lang="en-US"/>
              <a:t>Click to edit Master title style</a:t>
            </a:r>
            <a:endParaRPr lang="en-US" dirty="0"/>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5">
                <a:solidFill>
                  <a:schemeClr val="tx1">
                    <a:lumMod val="75000"/>
                    <a:lumOff val="25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Name Card">
    <p:bg>
      <p:bgPr>
        <a:solidFill>
          <a:schemeClr val="bg1"/>
        </a:solidFill>
        <a:effectLst/>
      </p:bgPr>
    </p:bg>
    <p:spTree>
      <p:nvGrpSpPr>
        <p:cNvPr id="1" name=""/>
        <p:cNvGrpSpPr/>
        <p:nvPr/>
      </p:nvGrpSpPr>
      <p:grpSpPr>
        <a:xfrm>
          <a:off x="0" y="0"/>
          <a:ext cx="0" cy="0"/>
          <a:chOff x="0" y="0"/>
          <a:chExt cx="0" cy="0"/>
        </a:xfrm>
      </p:grpSpPr>
      <p:sp>
        <p:nvSpPr>
          <p:cNvPr id="4" name="TextBox 1"/>
          <p:cNvSpPr txBox="1"/>
          <p:nvPr/>
        </p:nvSpPr>
        <p:spPr>
          <a:xfrm>
            <a:off x="531813" y="871538"/>
            <a:ext cx="504825" cy="644525"/>
          </a:xfrm>
          <a:prstGeom prst="rect">
            <a:avLst/>
          </a:prstGeom>
        </p:spPr>
        <p:txBody>
          <a:bodyPr lIns="100796" tIns="50398" rIns="100796" bIns="50398"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rPr>
              <a:t>“</a:t>
            </a:r>
            <a:endPar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endParaRPr>
          </a:p>
        </p:txBody>
      </p:sp>
      <p:sp>
        <p:nvSpPr>
          <p:cNvPr id="5" name="TextBox 2"/>
          <p:cNvSpPr txBox="1"/>
          <p:nvPr/>
        </p:nvSpPr>
        <p:spPr>
          <a:xfrm>
            <a:off x="7439025" y="3181350"/>
            <a:ext cx="503238" cy="644525"/>
          </a:xfrm>
          <a:prstGeom prst="rect">
            <a:avLst/>
          </a:prstGeom>
        </p:spPr>
        <p:txBody>
          <a:bodyPr lIns="100796" tIns="50398" rIns="100796" bIns="50398"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rPr>
              <a:t>”</a:t>
            </a:r>
            <a:endPar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endParaRPr>
          </a:p>
        </p:txBody>
      </p:sp>
      <p:sp>
        <p:nvSpPr>
          <p:cNvPr id="2" name="Title 1"/>
          <p:cNvSpPr>
            <a:spLocks noGrp="1"/>
          </p:cNvSpPr>
          <p:nvPr>
            <p:ph type="title"/>
          </p:nvPr>
        </p:nvSpPr>
        <p:spPr>
          <a:xfrm>
            <a:off x="854257" y="671971"/>
            <a:ext cx="6694159"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2038" y="4423810"/>
            <a:ext cx="6997916" cy="566863"/>
          </a:xfrm>
        </p:spPr>
        <p:txBody>
          <a:bodyPr anchor="b">
            <a:noAutofit/>
          </a:bodyPr>
          <a:lstStyle>
            <a:lvl1pPr marL="0" indent="0">
              <a:buFontTx/>
              <a:buNone/>
              <a:defRPr sz="2645">
                <a:solidFill>
                  <a:schemeClr val="tx1">
                    <a:lumMod val="75000"/>
                    <a:lumOff val="25000"/>
                  </a:schemeClr>
                </a:solidFill>
              </a:defRPr>
            </a:lvl1pPr>
            <a:lvl2pPr marL="504190" indent="0">
              <a:buFontTx/>
              <a:buNone/>
              <a:defRPr/>
            </a:lvl2pPr>
            <a:lvl3pPr marL="1007745" indent="0">
              <a:buFontTx/>
              <a:buNone/>
              <a:defRPr/>
            </a:lvl3pPr>
            <a:lvl4pPr marL="1511935" indent="0">
              <a:buFontTx/>
              <a:buNone/>
              <a:defRPr/>
            </a:lvl4pPr>
            <a:lvl5pPr marL="2016125"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5">
                <a:solidFill>
                  <a:schemeClr val="tx1">
                    <a:lumMod val="50000"/>
                    <a:lumOff val="50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17" name="Date Placeholder 3"/>
          <p:cNvSpPr>
            <a:spLocks noGrp="1"/>
          </p:cNvSpPr>
          <p:nvPr>
            <p:ph type="dt" sz="half" idx="2"/>
          </p:nvPr>
        </p:nvSpPr>
        <p:spPr>
          <a:xfrm>
            <a:off x="5959475" y="6659563"/>
            <a:ext cx="754063" cy="401638"/>
          </a:xfrm>
          <a:prstGeom prst="rect">
            <a:avLst/>
          </a:prstGeom>
        </p:spPr>
        <p:txBody>
          <a:bodyPr vert="horz"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3BA2F903-E81D-4847-837F-83149DD71553}"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18" name="Footer Placeholder 4"/>
          <p:cNvSpPr>
            <a:spLocks noGrp="1"/>
          </p:cNvSpPr>
          <p:nvPr>
            <p:ph type="ftr" sz="quarter" idx="3"/>
          </p:nvPr>
        </p:nvSpPr>
        <p:spPr>
          <a:xfrm>
            <a:off x="671513" y="6659563"/>
            <a:ext cx="5097463" cy="401638"/>
          </a:xfrm>
          <a:prstGeom prst="rect">
            <a:avLst/>
          </a:prstGeom>
        </p:spPr>
        <p:txBody>
          <a:bodyPr vert="horz" lIns="91440" tIns="45720" rIns="91440" bIns="45720" rtlCol="0" anchor="ctr"/>
          <a:lstStyle>
            <a:lvl1pPr>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9" name="Slide Number Placeholder 5"/>
          <p:cNvSpPr>
            <a:spLocks noGrp="1"/>
          </p:cNvSpPr>
          <p:nvPr>
            <p:ph type="sldNum" sz="quarter" idx="4"/>
          </p:nvPr>
        </p:nvSpPr>
        <p:spPr>
          <a:xfrm>
            <a:off x="7104063" y="6659563"/>
            <a:ext cx="565150" cy="401638"/>
          </a:xfrm>
          <a:prstGeom prst="rect">
            <a:avLst/>
          </a:prstGeom>
        </p:spPr>
        <p:txBody>
          <a:bodyPr vert="horz" lIns="91440" tIns="45720" rIns="91440" bIns="45720" rtlCol="0" anchor="ctr"/>
          <a:p>
            <a:pPr algn="r" eaLnBrk="1" hangingPunct="1">
              <a:buNone/>
            </a:pPr>
            <a:fld id="{9A0DB2DC-4C9A-4742-B13C-FB6460FD3503}" type="slidenum">
              <a:rPr lang="en-US" dirty="0"/>
            </a:fld>
            <a:endParaRPr 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78930" y="671971"/>
            <a:ext cx="6991025"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2038" y="4423810"/>
            <a:ext cx="6997916" cy="566863"/>
          </a:xfrm>
        </p:spPr>
        <p:txBody>
          <a:bodyPr anchor="b">
            <a:noAutofit/>
          </a:bodyPr>
          <a:lstStyle>
            <a:lvl1pPr marL="0" indent="0">
              <a:buFontTx/>
              <a:buNone/>
              <a:defRPr sz="2645">
                <a:solidFill>
                  <a:schemeClr val="accent1"/>
                </a:solidFill>
              </a:defRPr>
            </a:lvl1pPr>
            <a:lvl2pPr marL="504190" indent="0">
              <a:buFontTx/>
              <a:buNone/>
              <a:defRPr/>
            </a:lvl2pPr>
            <a:lvl3pPr marL="1007745" indent="0">
              <a:buFontTx/>
              <a:buNone/>
              <a:defRPr/>
            </a:lvl3pPr>
            <a:lvl4pPr marL="1511935" indent="0">
              <a:buFontTx/>
              <a:buNone/>
              <a:defRPr/>
            </a:lvl4pPr>
            <a:lvl5pPr marL="2016125"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5">
                <a:solidFill>
                  <a:schemeClr val="tx1">
                    <a:lumMod val="50000"/>
                    <a:lumOff val="50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4"/>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5"/>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6"/>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9572" y="671972"/>
            <a:ext cx="1079072" cy="5788752"/>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2041" y="671972"/>
            <a:ext cx="5727155" cy="5788752"/>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5.xml"/><Relationship Id="rId8" Type="http://schemas.openxmlformats.org/officeDocument/2006/relationships/slideLayout" Target="../slideLayouts/slideLayout24.xml"/><Relationship Id="rId7" Type="http://schemas.openxmlformats.org/officeDocument/2006/relationships/slideLayout" Target="../slideLayouts/slideLayout23.xml"/><Relationship Id="rId6" Type="http://schemas.openxmlformats.org/officeDocument/2006/relationships/slideLayout" Target="../slideLayouts/slideLayout22.xml"/><Relationship Id="rId5" Type="http://schemas.openxmlformats.org/officeDocument/2006/relationships/slideLayout" Target="../slideLayouts/slideLayout21.xml"/><Relationship Id="rId4" Type="http://schemas.openxmlformats.org/officeDocument/2006/relationships/slideLayout" Target="../slideLayouts/slideLayout20.xml"/><Relationship Id="rId3" Type="http://schemas.openxmlformats.org/officeDocument/2006/relationships/slideLayout" Target="../slideLayouts/slideLayout19.xml"/><Relationship Id="rId2" Type="http://schemas.openxmlformats.org/officeDocument/2006/relationships/slideLayout" Target="../slideLayouts/slideLayout18.xml"/><Relationship Id="rId17" Type="http://schemas.openxmlformats.org/officeDocument/2006/relationships/theme" Target="../theme/theme2.xml"/><Relationship Id="rId16" Type="http://schemas.openxmlformats.org/officeDocument/2006/relationships/slideLayout" Target="../slideLayouts/slideLayout32.xml"/><Relationship Id="rId15" Type="http://schemas.openxmlformats.org/officeDocument/2006/relationships/slideLayout" Target="../slideLayouts/slideLayout31.xml"/><Relationship Id="rId14" Type="http://schemas.openxmlformats.org/officeDocument/2006/relationships/slideLayout" Target="../slideLayouts/slideLayout30.xml"/><Relationship Id="rId13" Type="http://schemas.openxmlformats.org/officeDocument/2006/relationships/slideLayout" Target="../slideLayouts/slideLayout29.xml"/><Relationship Id="rId12" Type="http://schemas.openxmlformats.org/officeDocument/2006/relationships/slideLayout" Target="../slideLayouts/slideLayout28.xml"/><Relationship Id="rId11" Type="http://schemas.openxmlformats.org/officeDocument/2006/relationships/slideLayout" Target="../slideLayouts/slideLayout27.xml"/><Relationship Id="rId10" Type="http://schemas.openxmlformats.org/officeDocument/2006/relationships/slideLayout" Target="../slideLayouts/slideLayout26.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pSp>
        <p:nvGrpSpPr>
          <p:cNvPr id="1026" name="Group 16"/>
          <p:cNvGrpSpPr/>
          <p:nvPr/>
        </p:nvGrpSpPr>
        <p:grpSpPr>
          <a:xfrm>
            <a:off x="-9525" y="-9525"/>
            <a:ext cx="10110788" cy="7578725"/>
            <a:chOff x="-8467" y="-8468"/>
            <a:chExt cx="9171317" cy="6874935"/>
          </a:xfrm>
        </p:grpSpPr>
        <p:sp>
          <p:nvSpPr>
            <p:cNvPr id="7" name="Freeform 6"/>
            <p:cNvSpPr/>
            <p:nvPr/>
          </p:nvSpPr>
          <p:spPr>
            <a:xfrm>
              <a:off x="-8467" y="4013672"/>
              <a:ext cx="457918" cy="2852795"/>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69" y="4174961"/>
              <a:ext cx="4021900" cy="268286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3180" y="172"/>
              <a:ext cx="1218234" cy="6857654"/>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980" y="172"/>
              <a:ext cx="2269429" cy="6866295"/>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4459" y="-8468"/>
              <a:ext cx="1948310" cy="6866295"/>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8542" y="3920066"/>
              <a:ext cx="2512789" cy="2937760"/>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060" y="-8468"/>
              <a:ext cx="2142710" cy="6866295"/>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974" y="-8468"/>
              <a:ext cx="856795" cy="6866295"/>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94375" y="-8468"/>
              <a:ext cx="1067034" cy="6866295"/>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8455" y="4893559"/>
              <a:ext cx="1094395"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1027" name="Title Placeholder 1"/>
          <p:cNvSpPr>
            <a:spLocks noGrp="1"/>
          </p:cNvSpPr>
          <p:nvPr>
            <p:ph type="title"/>
          </p:nvPr>
        </p:nvSpPr>
        <p:spPr>
          <a:xfrm>
            <a:off x="671513" y="671513"/>
            <a:ext cx="6997700" cy="1455737"/>
          </a:xfrm>
          <a:prstGeom prst="rect">
            <a:avLst/>
          </a:prstGeom>
          <a:noFill/>
          <a:ln w="9525">
            <a:noFill/>
          </a:ln>
        </p:spPr>
        <p:txBody>
          <a:bodyPr/>
          <a:p>
            <a:pPr lvl="0"/>
            <a:r>
              <a:rPr lang="en-US" altLang="en-US" dirty="0"/>
              <a:t>Click to edit Master title style</a:t>
            </a:r>
            <a:endParaRPr lang="en-US" altLang="en-US" dirty="0"/>
          </a:p>
        </p:txBody>
      </p:sp>
      <p:sp>
        <p:nvSpPr>
          <p:cNvPr id="1028" name="Text Placeholder 2"/>
          <p:cNvSpPr>
            <a:spLocks noGrp="1"/>
          </p:cNvSpPr>
          <p:nvPr>
            <p:ph type="body" idx="1"/>
          </p:nvPr>
        </p:nvSpPr>
        <p:spPr>
          <a:xfrm>
            <a:off x="671513" y="2381250"/>
            <a:ext cx="6997700" cy="4278313"/>
          </a:xfrm>
          <a:prstGeom prst="rect">
            <a:avLst/>
          </a:prstGeom>
          <a:noFill/>
          <a:ln w="9525">
            <a:noFill/>
          </a:ln>
        </p:spPr>
        <p:txBody>
          <a:bodyPr/>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4" name="Date Placeholder 3"/>
          <p:cNvSpPr>
            <a:spLocks noGrp="1"/>
          </p:cNvSpPr>
          <p:nvPr>
            <p:ph type="dt" sz="half" idx="2"/>
          </p:nvPr>
        </p:nvSpPr>
        <p:spPr>
          <a:xfrm>
            <a:off x="5959475" y="6659563"/>
            <a:ext cx="754063" cy="401638"/>
          </a:xfrm>
          <a:prstGeom prst="rect">
            <a:avLst/>
          </a:prstGeom>
        </p:spPr>
        <p:txBody>
          <a:bodyPr vert="horz" lIns="91440" tIns="45720" rIns="91440" bIns="45720" rtlCol="0" anchor="ctr"/>
          <a:lstStyle>
            <a:lvl1pPr algn="r" eaLnBrk="1" fontAlgn="auto" hangingPunct="1">
              <a:spcBef>
                <a:spcPts val="0"/>
              </a:spcBef>
              <a:spcAft>
                <a:spcPts val="0"/>
              </a:spcAft>
              <a:defRPr sz="990">
                <a:solidFill>
                  <a:schemeClr val="tx1">
                    <a:tint val="75000"/>
                  </a:schemeClr>
                </a:solidFill>
                <a:latin typeface="+mn-lt"/>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671513" y="6659563"/>
            <a:ext cx="5097463" cy="401638"/>
          </a:xfrm>
          <a:prstGeom prst="rect">
            <a:avLst/>
          </a:prstGeom>
        </p:spPr>
        <p:txBody>
          <a:bodyPr vert="horz" lIns="91440" tIns="45720" rIns="91440" bIns="45720" rtlCol="0" anchor="ctr"/>
          <a:lstStyle>
            <a:lvl1pPr algn="l" eaLnBrk="1" fontAlgn="auto" hangingPunct="1">
              <a:spcBef>
                <a:spcPts val="0"/>
              </a:spcBef>
              <a:spcAft>
                <a:spcPts val="0"/>
              </a:spcAft>
              <a:defRPr sz="990">
                <a:solidFill>
                  <a:schemeClr val="tx1">
                    <a:tint val="75000"/>
                  </a:schemeClr>
                </a:solidFill>
                <a:latin typeface="+mn-lt"/>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7104063" y="6659563"/>
            <a:ext cx="565150" cy="401638"/>
          </a:xfrm>
          <a:prstGeom prst="rect">
            <a:avLst/>
          </a:prstGeom>
        </p:spPr>
        <p:txBody>
          <a:bodyPr vert="horz" lIns="91440" tIns="45720" rIns="91440" bIns="45720" rtlCol="0" anchor="ctr"/>
          <a:lstStyle>
            <a:lvl1pPr algn="r">
              <a:defRPr sz="900">
                <a:solidFill>
                  <a:schemeClr val="accent1"/>
                </a:solidFill>
              </a:defRPr>
            </a:lvl1pPr>
          </a:lstStyle>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l" defTabSz="503555" rtl="0" eaLnBrk="0" fontAlgn="base" hangingPunct="0">
        <a:spcBef>
          <a:spcPct val="0"/>
        </a:spcBef>
        <a:spcAft>
          <a:spcPct val="0"/>
        </a:spcAft>
        <a:defRPr sz="3900" kern="1200">
          <a:solidFill>
            <a:schemeClr val="accent1"/>
          </a:solidFill>
          <a:latin typeface="+mj-lt"/>
          <a:ea typeface="+mj-ea"/>
          <a:cs typeface="+mj-cs"/>
        </a:defRPr>
      </a:lvl1pPr>
      <a:lvl2pPr algn="l" defTabSz="503555" rtl="0" eaLnBrk="0" fontAlgn="base" hangingPunct="0">
        <a:spcBef>
          <a:spcPct val="0"/>
        </a:spcBef>
        <a:spcAft>
          <a:spcPct val="0"/>
        </a:spcAft>
        <a:defRPr sz="3900">
          <a:solidFill>
            <a:schemeClr val="accent1"/>
          </a:solidFill>
          <a:latin typeface="Trebuchet MS" panose="020B0603020202020204" pitchFamily="34" charset="0"/>
        </a:defRPr>
      </a:lvl2pPr>
      <a:lvl3pPr algn="l" defTabSz="503555" rtl="0" eaLnBrk="0" fontAlgn="base" hangingPunct="0">
        <a:spcBef>
          <a:spcPct val="0"/>
        </a:spcBef>
        <a:spcAft>
          <a:spcPct val="0"/>
        </a:spcAft>
        <a:defRPr sz="3900">
          <a:solidFill>
            <a:schemeClr val="accent1"/>
          </a:solidFill>
          <a:latin typeface="Trebuchet MS" panose="020B0603020202020204" pitchFamily="34" charset="0"/>
        </a:defRPr>
      </a:lvl3pPr>
      <a:lvl4pPr algn="l" defTabSz="503555" rtl="0" eaLnBrk="0" fontAlgn="base" hangingPunct="0">
        <a:spcBef>
          <a:spcPct val="0"/>
        </a:spcBef>
        <a:spcAft>
          <a:spcPct val="0"/>
        </a:spcAft>
        <a:defRPr sz="3900">
          <a:solidFill>
            <a:schemeClr val="accent1"/>
          </a:solidFill>
          <a:latin typeface="Trebuchet MS" panose="020B0603020202020204" pitchFamily="34" charset="0"/>
        </a:defRPr>
      </a:lvl4pPr>
      <a:lvl5pPr algn="l" defTabSz="503555" rtl="0" eaLnBrk="0" fontAlgn="base" hangingPunct="0">
        <a:spcBef>
          <a:spcPct val="0"/>
        </a:spcBef>
        <a:spcAft>
          <a:spcPct val="0"/>
        </a:spcAft>
        <a:defRPr sz="3900">
          <a:solidFill>
            <a:schemeClr val="accent1"/>
          </a:solidFill>
          <a:latin typeface="Trebuchet MS" panose="020B06030202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900" kern="1200">
          <a:solidFill>
            <a:srgbClr val="404040"/>
          </a:solidFill>
          <a:latin typeface="+mn-lt"/>
          <a:ea typeface="+mn-ea"/>
          <a:cs typeface="+mn-cs"/>
        </a:defRPr>
      </a:lvl1pPr>
      <a:lvl2pPr marL="817880" indent="-3143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700" kern="1200">
          <a:solidFill>
            <a:srgbClr val="404040"/>
          </a:solidFill>
          <a:latin typeface="+mn-lt"/>
          <a:ea typeface="+mn-ea"/>
          <a:cs typeface="+mn-cs"/>
        </a:defRPr>
      </a:lvl2pPr>
      <a:lvl3pPr marL="1259205"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500" kern="1200">
          <a:solidFill>
            <a:srgbClr val="404040"/>
          </a:solidFill>
          <a:latin typeface="+mn-lt"/>
          <a:ea typeface="+mn-ea"/>
          <a:cs typeface="+mn-cs"/>
        </a:defRPr>
      </a:lvl3pPr>
      <a:lvl4pPr marL="1764030"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300" kern="1200">
          <a:solidFill>
            <a:srgbClr val="404040"/>
          </a:solidFill>
          <a:latin typeface="+mn-lt"/>
          <a:ea typeface="+mn-ea"/>
          <a:cs typeface="+mn-cs"/>
        </a:defRPr>
      </a:lvl4pPr>
      <a:lvl5pPr marL="2266950"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300" kern="1200">
          <a:solidFill>
            <a:srgbClr val="404040"/>
          </a:solidFill>
          <a:latin typeface="+mn-lt"/>
          <a:ea typeface="+mn-ea"/>
          <a:cs typeface="+mn-cs"/>
        </a:defRPr>
      </a:lvl5pPr>
      <a:lvl6pPr marL="2771775" indent="-252095" algn="l" defTabSz="504190" rtl="0" eaLnBrk="1" latinLnBrk="0" hangingPunct="1">
        <a:spcBef>
          <a:spcPts val="1100"/>
        </a:spcBef>
        <a:spcAft>
          <a:spcPts val="0"/>
        </a:spcAft>
        <a:buClr>
          <a:schemeClr val="accent1"/>
        </a:buClr>
        <a:buSzPct val="80000"/>
        <a:buFont typeface="Wingdings 3" panose="05040102010807070707" pitchFamily="82" charset="2"/>
        <a:buChar char=""/>
        <a:defRPr sz="1325" kern="1200">
          <a:solidFill>
            <a:schemeClr val="tx1">
              <a:lumMod val="75000"/>
              <a:lumOff val="25000"/>
            </a:schemeClr>
          </a:solidFill>
          <a:latin typeface="+mn-lt"/>
          <a:ea typeface="+mn-ea"/>
          <a:cs typeface="+mn-cs"/>
        </a:defRPr>
      </a:lvl6pPr>
      <a:lvl7pPr marL="3275965" indent="-252095" algn="l" defTabSz="504190" rtl="0" eaLnBrk="1" latinLnBrk="0" hangingPunct="1">
        <a:spcBef>
          <a:spcPts val="1100"/>
        </a:spcBef>
        <a:spcAft>
          <a:spcPts val="0"/>
        </a:spcAft>
        <a:buClr>
          <a:schemeClr val="accent1"/>
        </a:buClr>
        <a:buSzPct val="80000"/>
        <a:buFont typeface="Wingdings 3" panose="05040102010807070707" pitchFamily="82" charset="2"/>
        <a:buChar char=""/>
        <a:defRPr sz="1325" kern="1200">
          <a:solidFill>
            <a:schemeClr val="tx1">
              <a:lumMod val="75000"/>
              <a:lumOff val="25000"/>
            </a:schemeClr>
          </a:solidFill>
          <a:latin typeface="+mn-lt"/>
          <a:ea typeface="+mn-ea"/>
          <a:cs typeface="+mn-cs"/>
        </a:defRPr>
      </a:lvl7pPr>
      <a:lvl8pPr marL="3779520" indent="-252095" algn="l" defTabSz="504190" rtl="0" eaLnBrk="1" latinLnBrk="0" hangingPunct="1">
        <a:spcBef>
          <a:spcPts val="1100"/>
        </a:spcBef>
        <a:spcAft>
          <a:spcPts val="0"/>
        </a:spcAft>
        <a:buClr>
          <a:schemeClr val="accent1"/>
        </a:buClr>
        <a:buSzPct val="80000"/>
        <a:buFont typeface="Wingdings 3" panose="05040102010807070707" pitchFamily="82" charset="2"/>
        <a:buChar char=""/>
        <a:defRPr sz="1325" kern="1200">
          <a:solidFill>
            <a:schemeClr val="tx1">
              <a:lumMod val="75000"/>
              <a:lumOff val="25000"/>
            </a:schemeClr>
          </a:solidFill>
          <a:latin typeface="+mn-lt"/>
          <a:ea typeface="+mn-ea"/>
          <a:cs typeface="+mn-cs"/>
        </a:defRPr>
      </a:lvl8pPr>
      <a:lvl9pPr marL="4283710" indent="-252095" algn="l" defTabSz="504190" rtl="0" eaLnBrk="1" latinLnBrk="0" hangingPunct="1">
        <a:spcBef>
          <a:spcPts val="1100"/>
        </a:spcBef>
        <a:spcAft>
          <a:spcPts val="0"/>
        </a:spcAft>
        <a:buClr>
          <a:schemeClr val="accent1"/>
        </a:buClr>
        <a:buSzPct val="80000"/>
        <a:buFont typeface="Wingdings 3" panose="05040102010807070707" pitchFamily="82" charset="2"/>
        <a:buChar char=""/>
        <a:defRPr sz="1325" kern="1200">
          <a:solidFill>
            <a:schemeClr val="tx1">
              <a:lumMod val="75000"/>
              <a:lumOff val="25000"/>
            </a:schemeClr>
          </a:solidFill>
          <a:latin typeface="+mn-lt"/>
          <a:ea typeface="+mn-ea"/>
          <a:cs typeface="+mn-cs"/>
        </a:defRPr>
      </a:lvl9pPr>
    </p:bodyStyle>
    <p:otherStyle>
      <a:defPPr>
        <a:defRPr lang="en-US"/>
      </a:defPPr>
      <a:lvl1pPr marL="0" algn="l" defTabSz="504190" rtl="0" eaLnBrk="1" latinLnBrk="0" hangingPunct="1">
        <a:defRPr sz="1985" kern="1200">
          <a:solidFill>
            <a:schemeClr val="tx1"/>
          </a:solidFill>
          <a:latin typeface="+mn-lt"/>
          <a:ea typeface="+mn-ea"/>
          <a:cs typeface="+mn-cs"/>
        </a:defRPr>
      </a:lvl1pPr>
      <a:lvl2pPr marL="504190" algn="l" defTabSz="504190" rtl="0" eaLnBrk="1" latinLnBrk="0" hangingPunct="1">
        <a:defRPr sz="1985" kern="1200">
          <a:solidFill>
            <a:schemeClr val="tx1"/>
          </a:solidFill>
          <a:latin typeface="+mn-lt"/>
          <a:ea typeface="+mn-ea"/>
          <a:cs typeface="+mn-cs"/>
        </a:defRPr>
      </a:lvl2pPr>
      <a:lvl3pPr marL="1007745" algn="l" defTabSz="504190" rtl="0" eaLnBrk="1" latinLnBrk="0" hangingPunct="1">
        <a:defRPr sz="1985" kern="1200">
          <a:solidFill>
            <a:schemeClr val="tx1"/>
          </a:solidFill>
          <a:latin typeface="+mn-lt"/>
          <a:ea typeface="+mn-ea"/>
          <a:cs typeface="+mn-cs"/>
        </a:defRPr>
      </a:lvl3pPr>
      <a:lvl4pPr marL="1511935" algn="l" defTabSz="504190" rtl="0" eaLnBrk="1" latinLnBrk="0" hangingPunct="1">
        <a:defRPr sz="1985" kern="1200">
          <a:solidFill>
            <a:schemeClr val="tx1"/>
          </a:solidFill>
          <a:latin typeface="+mn-lt"/>
          <a:ea typeface="+mn-ea"/>
          <a:cs typeface="+mn-cs"/>
        </a:defRPr>
      </a:lvl4pPr>
      <a:lvl5pPr marL="2016125" algn="l" defTabSz="504190" rtl="0" eaLnBrk="1" latinLnBrk="0" hangingPunct="1">
        <a:defRPr sz="1985" kern="1200">
          <a:solidFill>
            <a:schemeClr val="tx1"/>
          </a:solidFill>
          <a:latin typeface="+mn-lt"/>
          <a:ea typeface="+mn-ea"/>
          <a:cs typeface="+mn-cs"/>
        </a:defRPr>
      </a:lvl5pPr>
      <a:lvl6pPr marL="2519680" algn="l" defTabSz="504190" rtl="0" eaLnBrk="1" latinLnBrk="0" hangingPunct="1">
        <a:defRPr sz="1985" kern="1200">
          <a:solidFill>
            <a:schemeClr val="tx1"/>
          </a:solidFill>
          <a:latin typeface="+mn-lt"/>
          <a:ea typeface="+mn-ea"/>
          <a:cs typeface="+mn-cs"/>
        </a:defRPr>
      </a:lvl6pPr>
      <a:lvl7pPr marL="3023870" algn="l" defTabSz="504190" rtl="0" eaLnBrk="1" latinLnBrk="0" hangingPunct="1">
        <a:defRPr sz="1985" kern="1200">
          <a:solidFill>
            <a:schemeClr val="tx1"/>
          </a:solidFill>
          <a:latin typeface="+mn-lt"/>
          <a:ea typeface="+mn-ea"/>
          <a:cs typeface="+mn-cs"/>
        </a:defRPr>
      </a:lvl7pPr>
      <a:lvl8pPr marL="3528060" algn="l" defTabSz="504190" rtl="0" eaLnBrk="1" latinLnBrk="0" hangingPunct="1">
        <a:defRPr sz="1985" kern="1200">
          <a:solidFill>
            <a:schemeClr val="tx1"/>
          </a:solidFill>
          <a:latin typeface="+mn-lt"/>
          <a:ea typeface="+mn-ea"/>
          <a:cs typeface="+mn-cs"/>
        </a:defRPr>
      </a:lvl8pPr>
      <a:lvl9pPr marL="4031615" algn="l" defTabSz="504190" rtl="0" eaLnBrk="1" latinLnBrk="0" hangingPunct="1">
        <a:defRPr sz="198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pSp>
        <p:nvGrpSpPr>
          <p:cNvPr id="1026" name="Group 16"/>
          <p:cNvGrpSpPr/>
          <p:nvPr/>
        </p:nvGrpSpPr>
        <p:grpSpPr>
          <a:xfrm>
            <a:off x="-9525" y="-9525"/>
            <a:ext cx="10110788" cy="7578725"/>
            <a:chOff x="-8467" y="-8468"/>
            <a:chExt cx="9171317" cy="6874935"/>
          </a:xfrm>
        </p:grpSpPr>
        <p:sp>
          <p:nvSpPr>
            <p:cNvPr id="7" name="Freeform 6"/>
            <p:cNvSpPr/>
            <p:nvPr/>
          </p:nvSpPr>
          <p:spPr>
            <a:xfrm>
              <a:off x="-8467" y="4013672"/>
              <a:ext cx="457918" cy="2852795"/>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69" y="4174961"/>
              <a:ext cx="4021900" cy="268286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3180" y="172"/>
              <a:ext cx="1218234" cy="6857654"/>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980" y="172"/>
              <a:ext cx="2269429" cy="6866295"/>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4459" y="-8468"/>
              <a:ext cx="1948310" cy="6866295"/>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8542" y="3920066"/>
              <a:ext cx="2512789" cy="2937760"/>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060" y="-8468"/>
              <a:ext cx="2142710" cy="6866295"/>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974" y="-8468"/>
              <a:ext cx="856795" cy="6866295"/>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94375" y="-8468"/>
              <a:ext cx="1067034" cy="6866295"/>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8455" y="4893559"/>
              <a:ext cx="1094395"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1027" name="Title Placeholder 1"/>
          <p:cNvSpPr>
            <a:spLocks noGrp="1"/>
          </p:cNvSpPr>
          <p:nvPr>
            <p:ph type="title"/>
          </p:nvPr>
        </p:nvSpPr>
        <p:spPr>
          <a:xfrm>
            <a:off x="671513" y="671513"/>
            <a:ext cx="6997700" cy="1455737"/>
          </a:xfrm>
          <a:prstGeom prst="rect">
            <a:avLst/>
          </a:prstGeom>
          <a:noFill/>
          <a:ln w="9525">
            <a:noFill/>
          </a:ln>
        </p:spPr>
        <p:txBody>
          <a:bodyPr/>
          <a:p>
            <a:pPr lvl="0"/>
            <a:r>
              <a:rPr lang="en-US" altLang="en-US" dirty="0"/>
              <a:t>Click to edit Master title style</a:t>
            </a:r>
            <a:endParaRPr lang="en-US" altLang="en-US" dirty="0"/>
          </a:p>
        </p:txBody>
      </p:sp>
      <p:sp>
        <p:nvSpPr>
          <p:cNvPr id="1028" name="Text Placeholder 2"/>
          <p:cNvSpPr>
            <a:spLocks noGrp="1"/>
          </p:cNvSpPr>
          <p:nvPr>
            <p:ph type="body" idx="1"/>
          </p:nvPr>
        </p:nvSpPr>
        <p:spPr>
          <a:xfrm>
            <a:off x="671513" y="2381250"/>
            <a:ext cx="6997700" cy="4278313"/>
          </a:xfrm>
          <a:prstGeom prst="rect">
            <a:avLst/>
          </a:prstGeom>
          <a:noFill/>
          <a:ln w="9525">
            <a:noFill/>
          </a:ln>
        </p:spPr>
        <p:txBody>
          <a:bodyPr/>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4" name="Date Placeholder 3"/>
          <p:cNvSpPr>
            <a:spLocks noGrp="1"/>
          </p:cNvSpPr>
          <p:nvPr>
            <p:ph type="dt" sz="half" idx="2"/>
          </p:nvPr>
        </p:nvSpPr>
        <p:spPr>
          <a:xfrm>
            <a:off x="5959475" y="6659563"/>
            <a:ext cx="754063" cy="401638"/>
          </a:xfrm>
          <a:prstGeom prst="rect">
            <a:avLst/>
          </a:prstGeom>
        </p:spPr>
        <p:txBody>
          <a:bodyPr vert="horz" lIns="91440" tIns="45720" rIns="91440" bIns="45720" rtlCol="0" anchor="ctr"/>
          <a:lstStyle>
            <a:lvl1pPr algn="r" eaLnBrk="1" fontAlgn="auto" hangingPunct="1">
              <a:spcBef>
                <a:spcPts val="0"/>
              </a:spcBef>
              <a:spcAft>
                <a:spcPts val="0"/>
              </a:spcAft>
              <a:defRPr sz="990">
                <a:solidFill>
                  <a:schemeClr val="tx1">
                    <a:tint val="75000"/>
                  </a:schemeClr>
                </a:solidFill>
                <a:latin typeface="+mn-lt"/>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EF14CA92-381E-4DFA-BAEA-47E86A7C860C}"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671513" y="6659563"/>
            <a:ext cx="5097463" cy="401638"/>
          </a:xfrm>
          <a:prstGeom prst="rect">
            <a:avLst/>
          </a:prstGeom>
        </p:spPr>
        <p:txBody>
          <a:bodyPr vert="horz" lIns="91440" tIns="45720" rIns="91440" bIns="45720" rtlCol="0" anchor="ctr"/>
          <a:lstStyle>
            <a:lvl1pPr algn="l" eaLnBrk="1" fontAlgn="auto" hangingPunct="1">
              <a:spcBef>
                <a:spcPts val="0"/>
              </a:spcBef>
              <a:spcAft>
                <a:spcPts val="0"/>
              </a:spcAft>
              <a:defRPr sz="990">
                <a:solidFill>
                  <a:schemeClr val="tx1">
                    <a:tint val="75000"/>
                  </a:schemeClr>
                </a:solidFill>
                <a:latin typeface="+mn-lt"/>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7104063" y="6659563"/>
            <a:ext cx="565150" cy="401638"/>
          </a:xfrm>
          <a:prstGeom prst="rect">
            <a:avLst/>
          </a:prstGeom>
        </p:spPr>
        <p:txBody>
          <a:bodyPr vert="horz" lIns="91440" tIns="45720" rIns="91440" bIns="45720" rtlCol="0" anchor="ctr"/>
          <a:lstStyle>
            <a:lvl1pPr algn="r">
              <a:defRPr sz="900">
                <a:solidFill>
                  <a:schemeClr val="accent1"/>
                </a:solidFill>
              </a:defRPr>
            </a:lvl1pPr>
          </a:lstStyle>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Lst>
  <p:hf sldNum="0" hdr="0" ftr="0" dt="0"/>
  <p:txStyles>
    <p:titleStyle>
      <a:lvl1pPr algn="l" defTabSz="503555" rtl="0" eaLnBrk="0" fontAlgn="base" hangingPunct="0">
        <a:spcBef>
          <a:spcPct val="0"/>
        </a:spcBef>
        <a:spcAft>
          <a:spcPct val="0"/>
        </a:spcAft>
        <a:defRPr sz="3900" kern="1200">
          <a:solidFill>
            <a:schemeClr val="accent1"/>
          </a:solidFill>
          <a:latin typeface="+mj-lt"/>
          <a:ea typeface="+mj-ea"/>
          <a:cs typeface="+mj-cs"/>
        </a:defRPr>
      </a:lvl1pPr>
      <a:lvl2pPr algn="l" defTabSz="503555" rtl="0" eaLnBrk="0" fontAlgn="base" hangingPunct="0">
        <a:spcBef>
          <a:spcPct val="0"/>
        </a:spcBef>
        <a:spcAft>
          <a:spcPct val="0"/>
        </a:spcAft>
        <a:defRPr sz="3900">
          <a:solidFill>
            <a:schemeClr val="accent1"/>
          </a:solidFill>
          <a:latin typeface="Trebuchet MS" panose="020B0603020202020204" pitchFamily="34" charset="0"/>
        </a:defRPr>
      </a:lvl2pPr>
      <a:lvl3pPr algn="l" defTabSz="503555" rtl="0" eaLnBrk="0" fontAlgn="base" hangingPunct="0">
        <a:spcBef>
          <a:spcPct val="0"/>
        </a:spcBef>
        <a:spcAft>
          <a:spcPct val="0"/>
        </a:spcAft>
        <a:defRPr sz="3900">
          <a:solidFill>
            <a:schemeClr val="accent1"/>
          </a:solidFill>
          <a:latin typeface="Trebuchet MS" panose="020B0603020202020204" pitchFamily="34" charset="0"/>
        </a:defRPr>
      </a:lvl3pPr>
      <a:lvl4pPr algn="l" defTabSz="503555" rtl="0" eaLnBrk="0" fontAlgn="base" hangingPunct="0">
        <a:spcBef>
          <a:spcPct val="0"/>
        </a:spcBef>
        <a:spcAft>
          <a:spcPct val="0"/>
        </a:spcAft>
        <a:defRPr sz="3900">
          <a:solidFill>
            <a:schemeClr val="accent1"/>
          </a:solidFill>
          <a:latin typeface="Trebuchet MS" panose="020B0603020202020204" pitchFamily="34" charset="0"/>
        </a:defRPr>
      </a:lvl4pPr>
      <a:lvl5pPr algn="l" defTabSz="503555" rtl="0" eaLnBrk="0" fontAlgn="base" hangingPunct="0">
        <a:spcBef>
          <a:spcPct val="0"/>
        </a:spcBef>
        <a:spcAft>
          <a:spcPct val="0"/>
        </a:spcAft>
        <a:defRPr sz="3900">
          <a:solidFill>
            <a:schemeClr val="accent1"/>
          </a:solidFill>
          <a:latin typeface="Trebuchet MS" panose="020B06030202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900" kern="1200">
          <a:solidFill>
            <a:srgbClr val="404040"/>
          </a:solidFill>
          <a:latin typeface="+mn-lt"/>
          <a:ea typeface="+mn-ea"/>
          <a:cs typeface="+mn-cs"/>
        </a:defRPr>
      </a:lvl1pPr>
      <a:lvl2pPr marL="817880" indent="-3143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700" kern="1200">
          <a:solidFill>
            <a:srgbClr val="404040"/>
          </a:solidFill>
          <a:latin typeface="+mn-lt"/>
          <a:ea typeface="+mn-ea"/>
          <a:cs typeface="+mn-cs"/>
        </a:defRPr>
      </a:lvl2pPr>
      <a:lvl3pPr marL="1259205"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500" kern="1200">
          <a:solidFill>
            <a:srgbClr val="404040"/>
          </a:solidFill>
          <a:latin typeface="+mn-lt"/>
          <a:ea typeface="+mn-ea"/>
          <a:cs typeface="+mn-cs"/>
        </a:defRPr>
      </a:lvl3pPr>
      <a:lvl4pPr marL="1764030"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300" kern="1200">
          <a:solidFill>
            <a:srgbClr val="404040"/>
          </a:solidFill>
          <a:latin typeface="+mn-lt"/>
          <a:ea typeface="+mn-ea"/>
          <a:cs typeface="+mn-cs"/>
        </a:defRPr>
      </a:lvl4pPr>
      <a:lvl5pPr marL="2266950"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300" kern="1200">
          <a:solidFill>
            <a:srgbClr val="404040"/>
          </a:solidFill>
          <a:latin typeface="+mn-lt"/>
          <a:ea typeface="+mn-ea"/>
          <a:cs typeface="+mn-cs"/>
        </a:defRPr>
      </a:lvl5pPr>
      <a:lvl6pPr marL="2771775" indent="-252095" algn="l" defTabSz="504190" rtl="0" eaLnBrk="1" latinLnBrk="0" hangingPunct="1">
        <a:spcBef>
          <a:spcPts val="1100"/>
        </a:spcBef>
        <a:spcAft>
          <a:spcPts val="0"/>
        </a:spcAft>
        <a:buClr>
          <a:schemeClr val="accent1"/>
        </a:buClr>
        <a:buSzPct val="80000"/>
        <a:buFont typeface="Wingdings 3" panose="05040102010807070707" pitchFamily="82" charset="2"/>
        <a:buChar char=""/>
        <a:defRPr sz="1325" kern="1200">
          <a:solidFill>
            <a:schemeClr val="tx1">
              <a:lumMod val="75000"/>
              <a:lumOff val="25000"/>
            </a:schemeClr>
          </a:solidFill>
          <a:latin typeface="+mn-lt"/>
          <a:ea typeface="+mn-ea"/>
          <a:cs typeface="+mn-cs"/>
        </a:defRPr>
      </a:lvl6pPr>
      <a:lvl7pPr marL="3275965" indent="-252095" algn="l" defTabSz="504190" rtl="0" eaLnBrk="1" latinLnBrk="0" hangingPunct="1">
        <a:spcBef>
          <a:spcPts val="1100"/>
        </a:spcBef>
        <a:spcAft>
          <a:spcPts val="0"/>
        </a:spcAft>
        <a:buClr>
          <a:schemeClr val="accent1"/>
        </a:buClr>
        <a:buSzPct val="80000"/>
        <a:buFont typeface="Wingdings 3" panose="05040102010807070707" pitchFamily="82" charset="2"/>
        <a:buChar char=""/>
        <a:defRPr sz="1325" kern="1200">
          <a:solidFill>
            <a:schemeClr val="tx1">
              <a:lumMod val="75000"/>
              <a:lumOff val="25000"/>
            </a:schemeClr>
          </a:solidFill>
          <a:latin typeface="+mn-lt"/>
          <a:ea typeface="+mn-ea"/>
          <a:cs typeface="+mn-cs"/>
        </a:defRPr>
      </a:lvl7pPr>
      <a:lvl8pPr marL="3779520" indent="-252095" algn="l" defTabSz="504190" rtl="0" eaLnBrk="1" latinLnBrk="0" hangingPunct="1">
        <a:spcBef>
          <a:spcPts val="1100"/>
        </a:spcBef>
        <a:spcAft>
          <a:spcPts val="0"/>
        </a:spcAft>
        <a:buClr>
          <a:schemeClr val="accent1"/>
        </a:buClr>
        <a:buSzPct val="80000"/>
        <a:buFont typeface="Wingdings 3" panose="05040102010807070707" pitchFamily="82" charset="2"/>
        <a:buChar char=""/>
        <a:defRPr sz="1325" kern="1200">
          <a:solidFill>
            <a:schemeClr val="tx1">
              <a:lumMod val="75000"/>
              <a:lumOff val="25000"/>
            </a:schemeClr>
          </a:solidFill>
          <a:latin typeface="+mn-lt"/>
          <a:ea typeface="+mn-ea"/>
          <a:cs typeface="+mn-cs"/>
        </a:defRPr>
      </a:lvl8pPr>
      <a:lvl9pPr marL="4283710" indent="-252095" algn="l" defTabSz="504190" rtl="0" eaLnBrk="1" latinLnBrk="0" hangingPunct="1">
        <a:spcBef>
          <a:spcPts val="1100"/>
        </a:spcBef>
        <a:spcAft>
          <a:spcPts val="0"/>
        </a:spcAft>
        <a:buClr>
          <a:schemeClr val="accent1"/>
        </a:buClr>
        <a:buSzPct val="80000"/>
        <a:buFont typeface="Wingdings 3" panose="05040102010807070707" pitchFamily="82" charset="2"/>
        <a:buChar char=""/>
        <a:defRPr sz="1325" kern="1200">
          <a:solidFill>
            <a:schemeClr val="tx1">
              <a:lumMod val="75000"/>
              <a:lumOff val="25000"/>
            </a:schemeClr>
          </a:solidFill>
          <a:latin typeface="+mn-lt"/>
          <a:ea typeface="+mn-ea"/>
          <a:cs typeface="+mn-cs"/>
        </a:defRPr>
      </a:lvl9pPr>
    </p:bodyStyle>
    <p:otherStyle>
      <a:defPPr>
        <a:defRPr lang="en-US"/>
      </a:defPPr>
      <a:lvl1pPr marL="0" algn="l" defTabSz="504190" rtl="0" eaLnBrk="1" latinLnBrk="0" hangingPunct="1">
        <a:defRPr sz="1985" kern="1200">
          <a:solidFill>
            <a:schemeClr val="tx1"/>
          </a:solidFill>
          <a:latin typeface="+mn-lt"/>
          <a:ea typeface="+mn-ea"/>
          <a:cs typeface="+mn-cs"/>
        </a:defRPr>
      </a:lvl1pPr>
      <a:lvl2pPr marL="504190" algn="l" defTabSz="504190" rtl="0" eaLnBrk="1" latinLnBrk="0" hangingPunct="1">
        <a:defRPr sz="1985" kern="1200">
          <a:solidFill>
            <a:schemeClr val="tx1"/>
          </a:solidFill>
          <a:latin typeface="+mn-lt"/>
          <a:ea typeface="+mn-ea"/>
          <a:cs typeface="+mn-cs"/>
        </a:defRPr>
      </a:lvl2pPr>
      <a:lvl3pPr marL="1007745" algn="l" defTabSz="504190" rtl="0" eaLnBrk="1" latinLnBrk="0" hangingPunct="1">
        <a:defRPr sz="1985" kern="1200">
          <a:solidFill>
            <a:schemeClr val="tx1"/>
          </a:solidFill>
          <a:latin typeface="+mn-lt"/>
          <a:ea typeface="+mn-ea"/>
          <a:cs typeface="+mn-cs"/>
        </a:defRPr>
      </a:lvl3pPr>
      <a:lvl4pPr marL="1511935" algn="l" defTabSz="504190" rtl="0" eaLnBrk="1" latinLnBrk="0" hangingPunct="1">
        <a:defRPr sz="1985" kern="1200">
          <a:solidFill>
            <a:schemeClr val="tx1"/>
          </a:solidFill>
          <a:latin typeface="+mn-lt"/>
          <a:ea typeface="+mn-ea"/>
          <a:cs typeface="+mn-cs"/>
        </a:defRPr>
      </a:lvl4pPr>
      <a:lvl5pPr marL="2016125" algn="l" defTabSz="504190" rtl="0" eaLnBrk="1" latinLnBrk="0" hangingPunct="1">
        <a:defRPr sz="1985" kern="1200">
          <a:solidFill>
            <a:schemeClr val="tx1"/>
          </a:solidFill>
          <a:latin typeface="+mn-lt"/>
          <a:ea typeface="+mn-ea"/>
          <a:cs typeface="+mn-cs"/>
        </a:defRPr>
      </a:lvl5pPr>
      <a:lvl6pPr marL="2519680" algn="l" defTabSz="504190" rtl="0" eaLnBrk="1" latinLnBrk="0" hangingPunct="1">
        <a:defRPr sz="1985" kern="1200">
          <a:solidFill>
            <a:schemeClr val="tx1"/>
          </a:solidFill>
          <a:latin typeface="+mn-lt"/>
          <a:ea typeface="+mn-ea"/>
          <a:cs typeface="+mn-cs"/>
        </a:defRPr>
      </a:lvl6pPr>
      <a:lvl7pPr marL="3023870" algn="l" defTabSz="504190" rtl="0" eaLnBrk="1" latinLnBrk="0" hangingPunct="1">
        <a:defRPr sz="1985" kern="1200">
          <a:solidFill>
            <a:schemeClr val="tx1"/>
          </a:solidFill>
          <a:latin typeface="+mn-lt"/>
          <a:ea typeface="+mn-ea"/>
          <a:cs typeface="+mn-cs"/>
        </a:defRPr>
      </a:lvl7pPr>
      <a:lvl8pPr marL="3528060" algn="l" defTabSz="504190" rtl="0" eaLnBrk="1" latinLnBrk="0" hangingPunct="1">
        <a:defRPr sz="1985" kern="1200">
          <a:solidFill>
            <a:schemeClr val="tx1"/>
          </a:solidFill>
          <a:latin typeface="+mn-lt"/>
          <a:ea typeface="+mn-ea"/>
          <a:cs typeface="+mn-cs"/>
        </a:defRPr>
      </a:lvl8pPr>
      <a:lvl9pPr marL="4031615" algn="l" defTabSz="504190" rtl="0" eaLnBrk="1" latinLnBrk="0" hangingPunct="1">
        <a:defRPr sz="198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1"/>
          <p:cNvSpPr>
            <a:spLocks noChangeArrowheads="1"/>
          </p:cNvSpPr>
          <p:nvPr/>
        </p:nvSpPr>
        <p:spPr bwMode="auto">
          <a:xfrm>
            <a:off x="503238" y="1768475"/>
            <a:ext cx="9070975" cy="5467350"/>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marL="0" marR="0" lvl="0" indent="0" algn="ctr"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US" altLang="en-IN"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FemAI: </a:t>
            </a:r>
            <a:r>
              <a:rPr kumimoji="0" lang="en-US" altLang="en-GB"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An Intelligent PCOS Screening and Lifestyle Guidance Platform</a:t>
            </a: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 </a:t>
            </a:r>
            <a:endParaRPr kumimoji="0" lang="en-IN" altLang="en-US" sz="3600" b="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endParaRPr>
          </a:p>
          <a:p>
            <a:pPr marL="0" marR="0" lvl="0" indent="0" algn="ctr"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endParaRPr kumimoji="0" lang="en-IN" altLang="en-US" sz="3200" b="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endParaRPr>
          </a:p>
          <a:p>
            <a:pPr marL="0" marR="0" lvl="0" indent="0" algn="ctr"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US" altLang="en-IN" sz="32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Nishigandha Sawant (23107047)</a:t>
            </a:r>
            <a:br>
              <a:rPr kumimoji="0" lang="en-US" altLang="en-IN" sz="32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br>
            <a:r>
              <a:rPr kumimoji="0" lang="en-US" altLang="en-IN" sz="32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Shaily Gupta (23107085)</a:t>
            </a:r>
            <a:br>
              <a:rPr kumimoji="0" lang="en-US" altLang="en-IN" sz="32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br>
            <a:r>
              <a:rPr kumimoji="0" lang="en-US" altLang="en-IN" sz="32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Vaishnavi Jadhav (23107051)</a:t>
            </a:r>
            <a:endParaRPr kumimoji="0" lang="en-IN" altLang="en-US" sz="32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endParaRPr>
          </a:p>
          <a:p>
            <a:pPr marL="0" marR="0" lvl="0" indent="0" algn="ctr"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endParaRPr kumimoji="0" lang="en-IN" altLang="en-US" sz="3200" b="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endParaRPr>
          </a:p>
          <a:p>
            <a:pPr marL="0" marR="0" lvl="0" indent="0" algn="ctr"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endParaRPr kumimoji="0" lang="en-IN" altLang="en-US" sz="3200" b="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endParaRPr>
          </a:p>
          <a:p>
            <a:pPr marL="0" marR="0" lvl="0" indent="0" algn="ctr"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endParaRPr kumimoji="0" lang="en-IN" altLang="en-US" sz="3200" b="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endParaRPr>
          </a:p>
          <a:p>
            <a:pPr marL="0" marR="0" lvl="0" indent="0" algn="ctr"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IN" altLang="en-US" sz="28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Project Guide</a:t>
            </a:r>
            <a:endParaRPr kumimoji="0" lang="en-IN" altLang="en-US" sz="28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endParaRPr>
          </a:p>
          <a:p>
            <a:pPr marL="0" marR="0" lvl="0" indent="0" algn="ctr"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IN" altLang="en-US" sz="24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Ms.</a:t>
            </a:r>
            <a:r>
              <a:rPr kumimoji="0" lang="en-US" altLang="en-IN" sz="24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 Ujwala Pagare</a:t>
            </a:r>
            <a:r>
              <a:rPr kumimoji="0" lang="en-IN" altLang="en-US" sz="24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  </a:t>
            </a:r>
            <a:endParaRPr kumimoji="0" lang="en-IN" altLang="en-US" sz="24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endParaRPr>
          </a:p>
        </p:txBody>
      </p:sp>
      <p:cxnSp>
        <p:nvCxnSpPr>
          <p:cNvPr id="3" name="Straight Connector 2"/>
          <p:cNvCxnSpPr/>
          <p:nvPr/>
        </p:nvCxnSpPr>
        <p:spPr>
          <a:xfrm>
            <a:off x="0" y="1743075"/>
            <a:ext cx="10080625" cy="0"/>
          </a:xfrm>
          <a:prstGeom prst="line">
            <a:avLst/>
          </a:prstGeom>
          <a:ln>
            <a:solidFill>
              <a:schemeClr val="tx1"/>
            </a:solidFill>
          </a:ln>
        </p:spPr>
        <p:style>
          <a:lnRef idx="3">
            <a:schemeClr val="accent1"/>
          </a:lnRef>
          <a:fillRef idx="0">
            <a:schemeClr val="accent1"/>
          </a:fillRef>
          <a:effectRef idx="2">
            <a:schemeClr val="accent1"/>
          </a:effectRef>
          <a:fontRef idx="minor">
            <a:schemeClr val="tx1"/>
          </a:fontRef>
        </p:style>
      </p:cxnSp>
      <p:pic>
        <p:nvPicPr>
          <p:cNvPr id="8196" name="Picture 3"/>
          <p:cNvPicPr>
            <a:picLocks noChangeAspect="1"/>
          </p:cNvPicPr>
          <p:nvPr/>
        </p:nvPicPr>
        <p:blipFill>
          <a:blip r:embed="rId1"/>
          <a:stretch>
            <a:fillRect/>
          </a:stretch>
        </p:blipFill>
        <p:spPr>
          <a:xfrm>
            <a:off x="1079500" y="146050"/>
            <a:ext cx="7686675" cy="1571625"/>
          </a:xfrm>
          <a:prstGeom prst="rect">
            <a:avLst/>
          </a:prstGeom>
          <a:noFill/>
          <a:ln w="9525">
            <a:noFill/>
          </a:ln>
        </p:spPr>
      </p:pic>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1"/>
          <p:cNvSpPr/>
          <p:nvPr/>
        </p:nvSpPr>
        <p:spPr>
          <a:xfrm>
            <a:off x="504825" y="144463"/>
            <a:ext cx="9070975" cy="1057275"/>
          </a:xfrm>
          <a:prstGeom prst="rect">
            <a:avLst/>
          </a:prstGeom>
          <a:noFill/>
          <a:ln w="9525">
            <a:noFill/>
          </a:ln>
        </p:spPr>
        <p:txBody>
          <a:bodyPr lIns="0" tIns="31680" rIns="0" bIns="0" anchor="ctr" anchorCtr="0"/>
          <a:p>
            <a:pPr algn="ctr" defTabSz="457200" eaLnBrk="1" hangingPunct="1">
              <a:lnSpc>
                <a:spcPct val="93000"/>
              </a:lnSpc>
              <a:buClr>
                <a:srgbClr val="000000"/>
              </a:buClr>
              <a:buSzPct val="100000"/>
              <a:buFont typeface="Times New Roman" panose="02020603050405020304" pitchFamily="16" charset="0"/>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r>
              <a:rPr lang="en-IN" altLang="en-US" sz="3600" b="1" dirty="0">
                <a:solidFill>
                  <a:srgbClr val="000000"/>
                </a:solidFill>
                <a:latin typeface="Times New Roman" panose="02020603050405020304" pitchFamily="16" charset="0"/>
                <a:cs typeface="DejaVu Sans" charset="0"/>
              </a:rPr>
              <a:t>Outline</a:t>
            </a:r>
            <a:endParaRPr lang="en-IN" altLang="en-US" sz="3600" b="1" dirty="0">
              <a:solidFill>
                <a:srgbClr val="000000"/>
              </a:solidFill>
              <a:latin typeface="Times New Roman" panose="02020603050405020304" pitchFamily="16" charset="0"/>
              <a:ea typeface="DejaVu Sans" charset="0"/>
            </a:endParaRPr>
          </a:p>
        </p:txBody>
      </p:sp>
      <p:sp>
        <p:nvSpPr>
          <p:cNvPr id="10243" name="Rectangle 2"/>
          <p:cNvSpPr/>
          <p:nvPr/>
        </p:nvSpPr>
        <p:spPr>
          <a:xfrm>
            <a:off x="504825" y="1236663"/>
            <a:ext cx="9323388" cy="5578475"/>
          </a:xfrm>
          <a:prstGeom prst="rect">
            <a:avLst/>
          </a:prstGeom>
          <a:noFill/>
          <a:ln w="9525">
            <a:noFill/>
          </a:ln>
        </p:spPr>
        <p:txBody>
          <a:bodyPr lIns="0" tIns="21240" rIns="0" bIns="0"/>
          <a:p>
            <a:pPr marL="430530" indent="-322580" algn="just" defTabSz="457200">
              <a:lnSpc>
                <a:spcPct val="150000"/>
              </a:lnSpc>
              <a:buFont typeface="Wingdings" panose="05000000000000000000" pitchFamily="2" charset="2"/>
              <a:buChar char="§"/>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r>
              <a:rPr lang="en-IN" altLang="en-US" sz="2400" dirty="0">
                <a:latin typeface="Trebuchet MS" panose="020B0603020202020204" pitchFamily="34" charset="0"/>
              </a:rPr>
              <a:t>Introduction</a:t>
            </a:r>
            <a:r>
              <a:rPr lang="en-US" altLang="en-IN" sz="2400" dirty="0">
                <a:latin typeface="Trebuchet MS" panose="020B0603020202020204" pitchFamily="34" charset="0"/>
              </a:rPr>
              <a:t> -&gt; Motivation</a:t>
            </a:r>
            <a:endParaRPr lang="en-IN" altLang="en-US" sz="2400" dirty="0">
              <a:latin typeface="Trebuchet MS" panose="020B0603020202020204" pitchFamily="34" charset="0"/>
            </a:endParaRPr>
          </a:p>
          <a:p>
            <a:pPr marL="430530" indent="-322580" algn="just" defTabSz="457200">
              <a:lnSpc>
                <a:spcPct val="150000"/>
              </a:lnSpc>
              <a:buFont typeface="Wingdings" panose="05000000000000000000" pitchFamily="2" charset="2"/>
              <a:buChar char="§"/>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r>
              <a:rPr lang="en-IN" altLang="en-US" sz="2400" dirty="0">
                <a:latin typeface="Trebuchet MS" panose="020B0603020202020204" pitchFamily="34" charset="0"/>
              </a:rPr>
              <a:t>Literature </a:t>
            </a:r>
            <a:r>
              <a:rPr lang="en-US" altLang="en-IN" sz="2400" dirty="0">
                <a:latin typeface="Trebuchet MS" panose="020B0603020202020204" pitchFamily="34" charset="0"/>
              </a:rPr>
              <a:t>Review</a:t>
            </a:r>
            <a:endParaRPr lang="en-IN" altLang="en-US" sz="2400" dirty="0">
              <a:latin typeface="Trebuchet MS" panose="020B0603020202020204" pitchFamily="34" charset="0"/>
            </a:endParaRPr>
          </a:p>
          <a:p>
            <a:pPr marL="430530" indent="-322580" algn="just" defTabSz="457200">
              <a:lnSpc>
                <a:spcPct val="150000"/>
              </a:lnSpc>
              <a:buFont typeface="Wingdings" panose="05000000000000000000" pitchFamily="2" charset="2"/>
              <a:buChar char="§"/>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r>
              <a:rPr lang="en-US" altLang="en-IN" sz="2400" dirty="0">
                <a:latin typeface="Trebuchet MS" panose="020B0603020202020204" pitchFamily="34" charset="0"/>
              </a:rPr>
              <a:t>Research Gaps</a:t>
            </a:r>
            <a:r>
              <a:rPr lang="en-IN" altLang="en-US" sz="2400" dirty="0">
                <a:latin typeface="Trebuchet MS" panose="020B0603020202020204" pitchFamily="34" charset="0"/>
              </a:rPr>
              <a:t> </a:t>
            </a:r>
            <a:endParaRPr lang="en-IN" altLang="en-US" sz="2400" dirty="0">
              <a:latin typeface="Trebuchet MS" panose="020B0603020202020204" pitchFamily="34" charset="0"/>
            </a:endParaRPr>
          </a:p>
          <a:p>
            <a:pPr marL="430530" indent="-322580" algn="just" defTabSz="457200">
              <a:lnSpc>
                <a:spcPct val="150000"/>
              </a:lnSpc>
              <a:buFont typeface="Wingdings" panose="05000000000000000000" pitchFamily="2" charset="2"/>
              <a:buChar char="§"/>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r>
              <a:rPr lang="en-US" altLang="en-US" sz="2400" dirty="0">
                <a:latin typeface="Trebuchet MS" panose="020B0603020202020204" pitchFamily="34" charset="0"/>
              </a:rPr>
              <a:t>Objectives</a:t>
            </a:r>
            <a:endParaRPr lang="en-US" altLang="en-US" sz="2400" dirty="0">
              <a:latin typeface="Trebuchet MS" panose="020B0603020202020204" pitchFamily="34" charset="0"/>
            </a:endParaRPr>
          </a:p>
          <a:p>
            <a:pPr marL="430530" indent="-322580" algn="just" defTabSz="457200">
              <a:lnSpc>
                <a:spcPct val="150000"/>
              </a:lnSpc>
              <a:buFont typeface="Wingdings" panose="05000000000000000000" pitchFamily="2" charset="2"/>
              <a:buChar char="§"/>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r>
              <a:rPr lang="en-US" altLang="en-US" sz="2400" dirty="0">
                <a:latin typeface="Trebuchet MS" panose="020B0603020202020204" pitchFamily="34" charset="0"/>
              </a:rPr>
              <a:t>Problem Definition </a:t>
            </a:r>
            <a:endParaRPr lang="en-US" altLang="en-US" sz="2400" dirty="0">
              <a:latin typeface="Trebuchet MS" panose="020B0603020202020204" pitchFamily="34" charset="0"/>
            </a:endParaRPr>
          </a:p>
          <a:p>
            <a:pPr marL="430530" indent="-322580" algn="just" defTabSz="457200">
              <a:lnSpc>
                <a:spcPct val="150000"/>
              </a:lnSpc>
              <a:buFont typeface="Wingdings" panose="05000000000000000000" pitchFamily="2" charset="2"/>
              <a:buChar char="§"/>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r>
              <a:rPr lang="en-US" altLang="en-US" sz="2400" dirty="0">
                <a:latin typeface="Trebuchet MS" panose="020B0603020202020204" pitchFamily="34" charset="0"/>
              </a:rPr>
              <a:t>Methodology/ Workflow/ Architecture Diagram</a:t>
            </a:r>
            <a:endParaRPr lang="en-US" altLang="en-US" sz="2400" dirty="0">
              <a:latin typeface="Trebuchet MS" panose="020B0603020202020204" pitchFamily="34" charset="0"/>
            </a:endParaRPr>
          </a:p>
          <a:p>
            <a:pPr marL="430530" indent="-322580" algn="just" defTabSz="457200">
              <a:lnSpc>
                <a:spcPct val="150000"/>
              </a:lnSpc>
              <a:buFont typeface="Wingdings" panose="05000000000000000000" pitchFamily="2" charset="2"/>
              <a:buChar char="§"/>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r>
              <a:rPr lang="en-US" altLang="en-US" sz="2400" dirty="0">
                <a:latin typeface="Trebuchet MS" panose="020B0603020202020204" pitchFamily="34" charset="0"/>
              </a:rPr>
              <a:t>Performance Evaluation/ Results &amp; Discussions</a:t>
            </a:r>
            <a:endParaRPr lang="en-US" altLang="en-US" sz="2400" dirty="0">
              <a:latin typeface="Trebuchet MS" panose="020B0603020202020204" pitchFamily="34" charset="0"/>
            </a:endParaRPr>
          </a:p>
          <a:p>
            <a:pPr marL="430530" indent="-322580" algn="just" defTabSz="457200">
              <a:lnSpc>
                <a:spcPct val="150000"/>
              </a:lnSpc>
              <a:buFont typeface="Wingdings" panose="05000000000000000000" pitchFamily="2" charset="2"/>
              <a:buChar char="§"/>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r>
              <a:rPr lang="en-US" altLang="en-US" sz="2400" dirty="0">
                <a:latin typeface="Trebuchet MS" panose="020B0603020202020204" pitchFamily="34" charset="0"/>
              </a:rPr>
              <a:t>Conclusion</a:t>
            </a:r>
            <a:endParaRPr lang="en-US" altLang="en-US" sz="2400" dirty="0">
              <a:latin typeface="Trebuchet MS" panose="020B0603020202020204" pitchFamily="34" charset="0"/>
            </a:endParaRPr>
          </a:p>
          <a:p>
            <a:pPr marL="430530" indent="-322580" algn="just" defTabSz="457200">
              <a:lnSpc>
                <a:spcPct val="150000"/>
              </a:lnSpc>
              <a:buFont typeface="Wingdings" panose="05000000000000000000" pitchFamily="2" charset="2"/>
              <a:buChar char="§"/>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r>
              <a:rPr lang="en-IN" altLang="en-US" sz="2400" dirty="0">
                <a:latin typeface="Trebuchet MS" panose="020B0603020202020204" pitchFamily="34" charset="0"/>
              </a:rPr>
              <a:t>References</a:t>
            </a:r>
            <a:endParaRPr lang="en-IN" altLang="en-US" sz="2400" dirty="0">
              <a:solidFill>
                <a:srgbClr val="000000"/>
              </a:solidFill>
              <a:latin typeface="Times New Roman" panose="02020603050405020304" pitchFamily="16" charset="0"/>
              <a:ea typeface="DejaVu Sans" charset="0"/>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71513" y="671513"/>
            <a:ext cx="6997700" cy="1455738"/>
          </a:xfrm>
        </p:spPr>
        <p:txBody>
          <a:bodyPr vert="horz" wrap="square" lIns="91440" tIns="45720" rIns="91440" bIns="45720" numCol="1" anchor="t" anchorCtr="0" compatLnSpc="1"/>
          <a:lstStyle/>
          <a:p>
            <a:pPr marL="0" marR="0" lvl="0" indent="0" algn="l" defTabSz="503555" rtl="0" eaLnBrk="0" fontAlgn="base" latinLnBrk="0" hangingPunct="0">
              <a:lnSpc>
                <a:spcPct val="100000"/>
              </a:lnSpc>
              <a:spcBef>
                <a:spcPct val="0"/>
              </a:spcBef>
              <a:spcAft>
                <a:spcPct val="0"/>
              </a:spcAft>
              <a:buClrTx/>
              <a:buSzTx/>
              <a:buFontTx/>
              <a:buNone/>
              <a:defRPr/>
            </a:pPr>
            <a:r>
              <a:rPr kumimoji="0" lang="en-IN" sz="3970" b="0" i="0" u="none" strike="noStrike" kern="1200" cap="none" spc="0" normalizeH="0" baseline="0" noProof="0" dirty="0">
                <a:ln>
                  <a:noFill/>
                </a:ln>
                <a:solidFill>
                  <a:schemeClr val="tx1"/>
                </a:solidFill>
                <a:effectLst/>
                <a:uLnTx/>
                <a:uFillTx/>
                <a:latin typeface="+mj-lt"/>
                <a:ea typeface="+mj-ea"/>
                <a:cs typeface="+mj-cs"/>
              </a:rPr>
              <a:t>Sustainable Development Goals (SDG) mapped</a:t>
            </a:r>
            <a:endParaRPr kumimoji="0" lang="en-IN" sz="3970" b="0" i="0" u="none" strike="noStrike" kern="1200" cap="none" spc="0" normalizeH="0" baseline="0" noProof="0" dirty="0">
              <a:ln>
                <a:noFill/>
              </a:ln>
              <a:solidFill>
                <a:schemeClr val="tx1"/>
              </a:solidFill>
              <a:effectLst/>
              <a:uLnTx/>
              <a:uFillTx/>
              <a:latin typeface="+mj-lt"/>
              <a:ea typeface="+mj-ea"/>
              <a:cs typeface="+mj-cs"/>
            </a:endParaRPr>
          </a:p>
        </p:txBody>
      </p:sp>
      <p:sp>
        <p:nvSpPr>
          <p:cNvPr id="12291" name="Content Placeholder 4"/>
          <p:cNvSpPr>
            <a:spLocks noGrp="1"/>
          </p:cNvSpPr>
          <p:nvPr>
            <p:ph idx="1"/>
          </p:nvPr>
        </p:nvSpPr>
        <p:spPr>
          <a:xfrm>
            <a:off x="671513" y="2127250"/>
            <a:ext cx="8256587" cy="5037138"/>
          </a:xfrm>
          <a:ln/>
        </p:spPr>
        <p:txBody>
          <a:bodyPr vert="horz" wrap="square" lIns="91440" tIns="45720" rIns="91440" bIns="45720" anchor="t" anchorCtr="0"/>
          <a:p>
            <a:r>
              <a:rPr lang="en-IN" altLang="en-US" dirty="0"/>
              <a:t>SDG</a:t>
            </a:r>
            <a:r>
              <a:rPr lang="en-US" altLang="en-IN" dirty="0"/>
              <a:t> 3</a:t>
            </a:r>
            <a:r>
              <a:rPr lang="en-IN" altLang="en-US" dirty="0"/>
              <a:t> : </a:t>
            </a:r>
            <a:r>
              <a:rPr lang="en-US" altLang="en-GB" dirty="0"/>
              <a:t>Good Health and Well-being</a:t>
            </a:r>
            <a:endParaRPr lang="en-US" altLang="en-GB" dirty="0"/>
          </a:p>
          <a:p>
            <a:r>
              <a:rPr lang="en-US" altLang="en-GB" dirty="0"/>
              <a:t>FemAI promotes proactive healthcare by providing an accessible, early screening tool for PCOS. By bridging the gap between diagnosis and management through personalized lifestyle and dietary guidance, it directly improves health outcomes and well-being for women.</a:t>
            </a:r>
            <a:endParaRPr lang="en-US" altLang="en-GB" dirty="0"/>
          </a:p>
          <a:p>
            <a:r>
              <a:rPr lang="en-US" altLang="en-GB" dirty="0"/>
              <a:t>SDG 5: Gender Equality, SDG 9: Industry, Innovation and Infrastructure</a:t>
            </a:r>
            <a:endParaRPr lang="en-US" altLang="en-GB" dirty="0"/>
          </a:p>
        </p:txBody>
      </p:sp>
      <p:pic>
        <p:nvPicPr>
          <p:cNvPr id="12292" name="Picture 2" descr="The role of artificial intelligence in achieving the Sustainable  Development Goals | Nature Communications"/>
          <p:cNvPicPr>
            <a:picLocks noChangeAspect="1"/>
          </p:cNvPicPr>
          <p:nvPr/>
        </p:nvPicPr>
        <p:blipFill>
          <a:blip r:embed="rId1"/>
          <a:stretch>
            <a:fillRect/>
          </a:stretch>
        </p:blipFill>
        <p:spPr>
          <a:xfrm>
            <a:off x="936625" y="4356100"/>
            <a:ext cx="7643813" cy="2376488"/>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194" name="Rectangle 1"/>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rPr>
              <a:t>Introduction</a:t>
            </a:r>
            <a:endPar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endParaRPr>
          </a:p>
        </p:txBody>
      </p:sp>
      <p:sp>
        <p:nvSpPr>
          <p:cNvPr id="2" name="Content Placeholder 2"/>
          <p:cNvSpPr txBox="1"/>
          <p:nvPr/>
        </p:nvSpPr>
        <p:spPr bwMode="auto">
          <a:xfrm>
            <a:off x="412750" y="1563688"/>
            <a:ext cx="9251950" cy="5535613"/>
          </a:xfrm>
          <a:prstGeom prst="rect">
            <a:avLst/>
          </a:prstGeom>
          <a:noFill/>
          <a:ln>
            <a:noFill/>
          </a:ln>
        </p:spPr>
        <p:txBody>
          <a:bodyPr>
            <a:normAutofit/>
          </a:bodyPr>
          <a:lstStyle>
            <a:lvl1pPr marL="342900" indent="-342900" algn="l" rtl="0" eaLnBrk="0" fontAlgn="base" hangingPunct="0">
              <a:spcBef>
                <a:spcPct val="20000"/>
              </a:spcBef>
              <a:spcAft>
                <a:spcPct val="0"/>
              </a:spcAft>
              <a:buFont typeface="Arial" panose="020B0604020202020204" pitchFamily="34" charset="0"/>
              <a:buChar char="•"/>
              <a:defRPr sz="1600" kern="1200">
                <a:solidFill>
                  <a:schemeClr val="tx1"/>
                </a:solidFill>
                <a:latin typeface="Source Sans Pro" pitchFamily="34"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en-GB" sz="2000" b="0" i="0" u="none" strike="noStrike" kern="1200" cap="none" spc="0" normalizeH="0" baseline="0" noProof="0" dirty="0">
                <a:ln>
                  <a:noFill/>
                </a:ln>
                <a:solidFill>
                  <a:sysClr val="windowText" lastClr="000000"/>
                </a:solidFill>
                <a:effectLst/>
                <a:uLnTx/>
                <a:uFillTx/>
                <a:latin typeface="Source Sans Pro" pitchFamily="34" charset="0"/>
                <a:ea typeface="+mn-ea"/>
                <a:cs typeface="+mn-cs"/>
              </a:rPr>
              <a:t>Context: Polycystic Ovary Syndrome (PCOS) affects approximately 1 in 10 women globally, yet remains highly underdiagnosed due to complex clinical symptoms.</a:t>
            </a:r>
            <a:endParaRPr kumimoji="0" lang="en-US" altLang="en-GB" sz="2000" b="0" i="0" u="none" strike="noStrike" kern="1200" cap="none" spc="0" normalizeH="0" baseline="0" noProof="0" dirty="0">
              <a:ln>
                <a:noFill/>
              </a:ln>
              <a:solidFill>
                <a:sysClr val="windowText" lastClr="000000"/>
              </a:solidFill>
              <a:effectLst/>
              <a:uLnTx/>
              <a:uFillTx/>
              <a:latin typeface="Source Sans Pro"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en-US" altLang="en-GB" sz="2000" b="0" i="0" u="none" strike="noStrike" kern="1200" cap="none" spc="0" normalizeH="0" baseline="0" noProof="0" dirty="0">
              <a:ln>
                <a:noFill/>
              </a:ln>
              <a:solidFill>
                <a:sysClr val="windowText" lastClr="000000"/>
              </a:solidFill>
              <a:effectLst/>
              <a:uLnTx/>
              <a:uFillTx/>
              <a:latin typeface="Source Sans Pro"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en-GB" sz="2000" b="0" i="0" u="none" strike="noStrike" kern="1200" cap="none" spc="0" normalizeH="0" baseline="0" noProof="0" dirty="0">
                <a:ln>
                  <a:noFill/>
                </a:ln>
                <a:solidFill>
                  <a:sysClr val="windowText" lastClr="000000"/>
                </a:solidFill>
                <a:effectLst/>
                <a:uLnTx/>
                <a:uFillTx/>
                <a:latin typeface="Source Sans Pro" pitchFamily="34" charset="0"/>
                <a:ea typeface="+mn-ea"/>
                <a:cs typeface="+mn-cs"/>
              </a:rPr>
              <a:t>Current Reality: Initial screening often relies on expensive, time-consuming clinical lab tests or subjective symptom tracking.</a:t>
            </a:r>
            <a:endParaRPr kumimoji="0" lang="en-US" altLang="en-GB" sz="2000" b="0" i="0" u="none" strike="noStrike" kern="1200" cap="none" spc="0" normalizeH="0" baseline="0" noProof="0" dirty="0">
              <a:ln>
                <a:noFill/>
              </a:ln>
              <a:solidFill>
                <a:sysClr val="windowText" lastClr="000000"/>
              </a:solidFill>
              <a:effectLst/>
              <a:uLnTx/>
              <a:uFillTx/>
              <a:latin typeface="Source Sans Pro"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en-US" altLang="en-GB" sz="2000" b="0" i="0" u="none" strike="noStrike" kern="1200" cap="none" spc="0" normalizeH="0" baseline="0" noProof="0" dirty="0">
              <a:ln>
                <a:noFill/>
              </a:ln>
              <a:solidFill>
                <a:sysClr val="windowText" lastClr="000000"/>
              </a:solidFill>
              <a:effectLst/>
              <a:uLnTx/>
              <a:uFillTx/>
              <a:latin typeface="Source Sans Pro"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en-GB" sz="2000" b="0" i="0" u="none" strike="noStrike" kern="1200" cap="none" spc="0" normalizeH="0" baseline="0" noProof="0" dirty="0">
                <a:ln>
                  <a:noFill/>
                </a:ln>
                <a:solidFill>
                  <a:sysClr val="windowText" lastClr="000000"/>
                </a:solidFill>
                <a:effectLst/>
                <a:uLnTx/>
                <a:uFillTx/>
                <a:latin typeface="Source Sans Pro" pitchFamily="34" charset="0"/>
                <a:ea typeface="+mn-ea"/>
                <a:cs typeface="+mn-cs"/>
              </a:rPr>
              <a:t>Motivation: To bridge the gap between clinical data and accessible early detection by leveraging Machine Learning.</a:t>
            </a:r>
            <a:endParaRPr kumimoji="0" lang="en-US" altLang="en-GB" sz="2000" b="0" i="0" u="none" strike="noStrike" kern="1200" cap="none" spc="0" normalizeH="0" baseline="0" noProof="0" dirty="0">
              <a:ln>
                <a:noFill/>
              </a:ln>
              <a:solidFill>
                <a:sysClr val="windowText" lastClr="000000"/>
              </a:solidFill>
              <a:effectLst/>
              <a:uLnTx/>
              <a:uFillTx/>
              <a:latin typeface="Source Sans Pro"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en-US" altLang="en-GB" sz="2000" b="0" i="0" u="none" strike="noStrike" kern="1200" cap="none" spc="0" normalizeH="0" baseline="0" noProof="0" dirty="0">
              <a:ln>
                <a:noFill/>
              </a:ln>
              <a:solidFill>
                <a:sysClr val="windowText" lastClr="000000"/>
              </a:solidFill>
              <a:effectLst/>
              <a:uLnTx/>
              <a:uFillTx/>
              <a:latin typeface="Source Sans Pro"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en-GB" sz="2000" b="0" i="0" u="none" strike="noStrike" kern="1200" cap="none" spc="0" normalizeH="0" baseline="0" noProof="0" dirty="0">
                <a:ln>
                  <a:noFill/>
                </a:ln>
                <a:solidFill>
                  <a:sysClr val="windowText" lastClr="000000"/>
                </a:solidFill>
                <a:effectLst/>
                <a:uLnTx/>
                <a:uFillTx/>
                <a:latin typeface="Source Sans Pro" pitchFamily="34" charset="0"/>
                <a:ea typeface="+mn-ea"/>
                <a:cs typeface="+mn-cs"/>
              </a:rPr>
              <a:t>Vision: Empower women with a proactive, privacy-centric screening tool that not only flags risks but provides immediate, actionable lifestyle interventions.</a:t>
            </a:r>
            <a:endParaRPr kumimoji="0" lang="en-US" altLang="en-GB" sz="2000" b="0" i="0" u="none" strike="noStrike" kern="1200" cap="none" spc="0" normalizeH="0" baseline="0" noProof="0" dirty="0">
              <a:ln>
                <a:noFill/>
              </a:ln>
              <a:solidFill>
                <a:sysClr val="windowText" lastClr="000000"/>
              </a:solidFill>
              <a:effectLst/>
              <a:uLnTx/>
              <a:uFillTx/>
              <a:latin typeface="Source Sans Pro" pitchFamily="34" charset="0"/>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en-US" altLang="en-US" sz="2000" b="1" i="0" u="none" strike="noStrike" kern="1200" cap="none" spc="0" normalizeH="0" baseline="0" noProof="0" dirty="0">
              <a:ln>
                <a:noFill/>
              </a:ln>
              <a:solidFill>
                <a:sysClr val="windowText" lastClr="000000"/>
              </a:solidFill>
              <a:effectLst/>
              <a:uLnTx/>
              <a:uFillTx/>
              <a:latin typeface="Source Sans Pro" pitchFamily="34" charset="0"/>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altLang="en-US" sz="2000" b="1" i="0" u="none" strike="noStrike" kern="1200" cap="none" spc="0" normalizeH="0" baseline="0" noProof="0" dirty="0">
              <a:ln>
                <a:noFill/>
              </a:ln>
              <a:solidFill>
                <a:sysClr val="windowText" lastClr="000000"/>
              </a:solidFill>
              <a:effectLst/>
              <a:uLnTx/>
              <a:uFillTx/>
              <a:latin typeface="Source Sans Pro" pitchFamily="34" charset="0"/>
              <a:ea typeface="+mn-ea"/>
              <a:cs typeface="+mn-cs"/>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194" name="Rectangle 1"/>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rPr>
              <a:t> Literature </a:t>
            </a:r>
            <a:r>
              <a:rPr kumimoji="0" lang="en-US" altLang="en-IN"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rPr>
              <a:t>Review</a:t>
            </a:r>
            <a:endParaRPr kumimoji="0" lang="en-US" altLang="en-IN"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endParaRPr>
          </a:p>
        </p:txBody>
      </p:sp>
      <p:sp>
        <p:nvSpPr>
          <p:cNvPr id="18435" name="Rectangle 2"/>
          <p:cNvSpPr>
            <a:spLocks noChangeArrowheads="1"/>
          </p:cNvSpPr>
          <p:nvPr/>
        </p:nvSpPr>
        <p:spPr bwMode="auto">
          <a:xfrm>
            <a:off x="503238" y="1768475"/>
            <a:ext cx="9070975" cy="4989513"/>
          </a:xfrm>
          <a:prstGeom prst="rect">
            <a:avLst/>
          </a:prstGeom>
          <a:noFill/>
          <a:ln>
            <a:noFill/>
          </a:ln>
        </p:spPr>
        <p:txBody>
          <a:bodyPr lIns="0" tIns="21240" rIns="0" bIns="0"/>
          <a:lstStyle>
            <a:lvl1pPr marL="10795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1pPr>
            <a:lvl2pPr marL="742950" indent="-28575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2pPr>
            <a:lvl3pPr marL="1143000" indent="-22860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3pPr>
            <a:lvl4pPr marL="1600200" indent="-22860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4pPr>
            <a:lvl5pPr marL="2057400" indent="-22860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9pPr>
          </a:lstStyle>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rPr>
              <a:t>Traditional ML Diagnostic Models: Existing studies predominantly use standard classifiers (SVM, KNN) but suffer from severe class imbalance, leading to high false-negative rates.</a:t>
            </a:r>
            <a:endPar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rPr>
              <a:t>Commercial Health Tracking Apps: Platforms like Flo or Clue focus on cycle tracking but lack predictive clinical intelligence for hormonal disorders.</a:t>
            </a:r>
            <a:endPar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rPr>
              <a:t>"Black-Box" AI in Healthcare: Most academic projects output a binary "Positive/Negative" result without providing the physiological reasoning required for medical trust.</a:t>
            </a:r>
            <a:endPar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rPr>
              <a:t>Post-Diagnosis Gap: Existing systems stop at risk prediction, leaving users without immediate guidance on symptom management.</a:t>
            </a:r>
            <a:r>
              <a:rPr kumimoji="0" lang="en-US" altLang="en-US" sz="2000" b="0" i="0" u="none" strike="noStrike" kern="1200" cap="none" spc="0" normalizeH="0" baseline="0" noProof="0" dirty="0">
                <a:ln>
                  <a:noFill/>
                </a:ln>
                <a:solidFill>
                  <a:prstClr val="black"/>
                </a:solidFill>
                <a:effectLst/>
                <a:uLnTx/>
                <a:uFillTx/>
                <a:latin typeface="Source Sans Pro" pitchFamily="34" charset="0"/>
                <a:ea typeface="+mn-ea"/>
                <a:cs typeface="+mn-cs"/>
              </a:rPr>
              <a:t> </a:t>
            </a:r>
            <a:r>
              <a:rPr kumimoji="0" lang="en-IN" altLang="en-US" sz="2000" b="0" i="1" u="none" strike="noStrike" kern="1200" cap="none" spc="0" normalizeH="0" baseline="0" noProof="0" dirty="0">
                <a:ln>
                  <a:noFill/>
                </a:ln>
                <a:solidFill>
                  <a:srgbClr val="FF0000"/>
                </a:solidFill>
                <a:effectLst/>
                <a:uLnTx/>
                <a:uFillTx/>
                <a:latin typeface="Times New Roman" panose="02020603050405020304" pitchFamily="16" charset="0"/>
                <a:ea typeface="+mn-ea"/>
                <a:cs typeface="Times New Roman" panose="02020603050405020304" pitchFamily="16" charset="0"/>
              </a:rPr>
              <a:t>		</a:t>
            </a:r>
            <a:endParaRPr kumimoji="0" lang="en-IN" altLang="en-US" sz="2000" b="0" i="0" u="none" strike="noStrike" kern="1200" cap="none" spc="0" normalizeH="0" baseline="0" noProof="0" dirty="0">
              <a:ln>
                <a:noFill/>
              </a:ln>
              <a:solidFill>
                <a:srgbClr val="000000"/>
              </a:solidFill>
              <a:effectLst/>
              <a:uLnTx/>
              <a:uFillTx/>
              <a:latin typeface="Times New Roman" panose="02020603050405020304" pitchFamily="16" charset="0"/>
              <a:ea typeface="+mn-ea"/>
              <a:cs typeface="Times New Roman" panose="02020603050405020304" pitchFamily="16" charset="0"/>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194" name="Rectangle 1"/>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rPr>
              <a:t> </a:t>
            </a:r>
            <a:r>
              <a:rPr kumimoji="0" lang="en-US" altLang="en-IN"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mj-cs"/>
              </a:rPr>
              <a:t>Research Gaps </a:t>
            </a: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mj-cs"/>
              </a:rPr>
              <a:t> </a:t>
            </a:r>
            <a:endPar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mj-cs"/>
            </a:endParaRPr>
          </a:p>
        </p:txBody>
      </p:sp>
      <p:sp>
        <p:nvSpPr>
          <p:cNvPr id="17411" name="Rectangle 2"/>
          <p:cNvSpPr/>
          <p:nvPr/>
        </p:nvSpPr>
        <p:spPr>
          <a:xfrm>
            <a:off x="503238" y="1768475"/>
            <a:ext cx="9070975" cy="4989513"/>
          </a:xfrm>
          <a:prstGeom prst="rect">
            <a:avLst/>
          </a:prstGeom>
          <a:noFill/>
          <a:ln w="9525">
            <a:noFill/>
          </a:ln>
        </p:spPr>
        <p:txBody>
          <a:bodyPr lIns="0" tIns="21240" rIns="0" bIns="0"/>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ea typeface="Times New Roman" panose="02020603050405020304" pitchFamily="16" charset="0"/>
            </a:endParaRPr>
          </a:p>
        </p:txBody>
      </p:sp>
      <p:sp>
        <p:nvSpPr>
          <p:cNvPr id="17412" name="TextBox 4"/>
          <p:cNvSpPr txBox="1"/>
          <p:nvPr/>
        </p:nvSpPr>
        <p:spPr>
          <a:xfrm>
            <a:off x="360363" y="1768475"/>
            <a:ext cx="8783637" cy="3169285"/>
          </a:xfrm>
          <a:prstGeom prst="rect">
            <a:avLst/>
          </a:prstGeom>
          <a:noFill/>
          <a:ln w="9525">
            <a:noFill/>
          </a:ln>
        </p:spPr>
        <p:txBody>
          <a:bodyPr>
            <a:spAutoFit/>
          </a:bodyPr>
          <a:p>
            <a:pPr marL="342900" indent="-342900" algn="just" defTabSz="914400">
              <a:spcBef>
                <a:spcPct val="20000"/>
              </a:spcBef>
              <a:buFont typeface="Arial" panose="020B0604020202020204" pitchFamily="34" charset="0"/>
              <a:buChar char="•"/>
            </a:pPr>
            <a:r>
              <a:rPr lang="en-US" altLang="en-GB" sz="2000" dirty="0">
                <a:solidFill>
                  <a:srgbClr val="000000"/>
                </a:solidFill>
                <a:latin typeface="Source Sans Pro" pitchFamily="34" charset="0"/>
              </a:rPr>
              <a:t>Data Bias: Failure of existing models to mathematically address the minority class (PCOS positive cases) in medical datasets.</a:t>
            </a:r>
            <a:endParaRPr lang="en-US" altLang="en-GB" sz="2000" dirty="0">
              <a:solidFill>
                <a:srgbClr val="000000"/>
              </a:solidFill>
              <a:latin typeface="Source Sans Pro" pitchFamily="34" charset="0"/>
            </a:endParaRPr>
          </a:p>
          <a:p>
            <a:pPr marL="342900" indent="-342900" algn="just" defTabSz="914400">
              <a:spcBef>
                <a:spcPct val="20000"/>
              </a:spcBef>
              <a:buFont typeface="Arial" panose="020B0604020202020204" pitchFamily="34" charset="0"/>
              <a:buChar char="•"/>
            </a:pPr>
            <a:endParaRPr lang="en-US" altLang="en-GB" sz="2000" dirty="0">
              <a:solidFill>
                <a:srgbClr val="000000"/>
              </a:solidFill>
              <a:latin typeface="Source Sans Pro" pitchFamily="34" charset="0"/>
            </a:endParaRPr>
          </a:p>
          <a:p>
            <a:pPr marL="342900" indent="-342900" algn="just" defTabSz="914400">
              <a:spcBef>
                <a:spcPct val="20000"/>
              </a:spcBef>
              <a:buFont typeface="Arial" panose="020B0604020202020204" pitchFamily="34" charset="0"/>
              <a:buChar char="•"/>
            </a:pPr>
            <a:r>
              <a:rPr lang="en-US" altLang="en-GB" sz="2000" dirty="0">
                <a:solidFill>
                  <a:srgbClr val="000000"/>
                </a:solidFill>
                <a:latin typeface="Source Sans Pro" pitchFamily="34" charset="0"/>
              </a:rPr>
              <a:t>Lack of Explainability: Absence of transparent AI mechanisms that can tell a patient or doctor why a specific prediction was made.</a:t>
            </a:r>
            <a:endParaRPr lang="en-US" altLang="en-GB" sz="2000" dirty="0">
              <a:solidFill>
                <a:srgbClr val="000000"/>
              </a:solidFill>
              <a:latin typeface="Source Sans Pro" pitchFamily="34" charset="0"/>
            </a:endParaRPr>
          </a:p>
          <a:p>
            <a:pPr marL="342900" indent="-342900" algn="just" defTabSz="914400">
              <a:spcBef>
                <a:spcPct val="20000"/>
              </a:spcBef>
              <a:buFont typeface="Arial" panose="020B0604020202020204" pitchFamily="34" charset="0"/>
              <a:buChar char="•"/>
            </a:pPr>
            <a:endParaRPr lang="en-US" altLang="en-GB" sz="2000" dirty="0">
              <a:solidFill>
                <a:srgbClr val="000000"/>
              </a:solidFill>
              <a:latin typeface="Source Sans Pro" pitchFamily="34" charset="0"/>
            </a:endParaRPr>
          </a:p>
          <a:p>
            <a:pPr marL="342900" indent="-342900" algn="just" defTabSz="914400">
              <a:spcBef>
                <a:spcPct val="20000"/>
              </a:spcBef>
              <a:buFont typeface="Arial" panose="020B0604020202020204" pitchFamily="34" charset="0"/>
              <a:buChar char="•"/>
            </a:pPr>
            <a:r>
              <a:rPr lang="en-US" altLang="en-GB" sz="2000" dirty="0">
                <a:solidFill>
                  <a:srgbClr val="000000"/>
                </a:solidFill>
                <a:latin typeface="Source Sans Pro" pitchFamily="34" charset="0"/>
              </a:rPr>
              <a:t>Fragmented Ecosystems: The disconnect between predictive diagnosis and personalized therapeutic action (diet and exercise).</a:t>
            </a:r>
            <a:endParaRPr lang="en-US" altLang="en-US" sz="2000" dirty="0">
              <a:solidFill>
                <a:srgbClr val="000000"/>
              </a:solidFill>
              <a:latin typeface="Source Sans Pro" pitchFamily="34" charset="0"/>
            </a:endParaRPr>
          </a:p>
          <a:p>
            <a:pPr marL="342900" indent="-342900" algn="just" defTabSz="914400">
              <a:spcBef>
                <a:spcPct val="20000"/>
              </a:spcBef>
              <a:buFont typeface="Arial" panose="020B0604020202020204" pitchFamily="34" charset="0"/>
              <a:buChar char="•"/>
            </a:pPr>
            <a:endParaRPr lang="en-US" altLang="en-US" sz="2000" dirty="0">
              <a:solidFill>
                <a:srgbClr val="000000"/>
              </a:solidFill>
              <a:latin typeface="Source Sans Pro" pitchFamily="34" charset="0"/>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71513" y="671513"/>
            <a:ext cx="6997700" cy="1455738"/>
          </a:xfrm>
        </p:spPr>
        <p:txBody>
          <a:bodyPr vert="horz" wrap="square" lIns="91440" tIns="45720" rIns="91440" bIns="45720" numCol="1" anchor="t" anchorCtr="0" compatLnSpc="1"/>
          <a:lstStyle/>
          <a:p>
            <a:pPr marL="0" marR="0" lvl="0" indent="0" algn="l" defTabSz="503555" rtl="0" eaLnBrk="0" fontAlgn="base" latinLnBrk="0" hangingPunct="0">
              <a:lnSpc>
                <a:spcPct val="100000"/>
              </a:lnSpc>
              <a:spcBef>
                <a:spcPct val="0"/>
              </a:spcBef>
              <a:spcAft>
                <a:spcPct val="0"/>
              </a:spcAft>
              <a:buClrTx/>
              <a:buSzTx/>
              <a:buFontTx/>
              <a:buNone/>
              <a:defRPr/>
            </a:pPr>
            <a:r>
              <a:rPr kumimoji="0" lang="en-US" altLang="en-IN"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mj-cs"/>
              </a:rPr>
              <a:t>Objectives</a:t>
            </a:r>
            <a:endParaRPr kumimoji="0" lang="en-US" altLang="en-IN"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mj-cs"/>
            </a:endParaRPr>
          </a:p>
        </p:txBody>
      </p:sp>
      <p:sp>
        <p:nvSpPr>
          <p:cNvPr id="3" name="Content Placeholder 2"/>
          <p:cNvSpPr>
            <a:spLocks noGrp="1"/>
          </p:cNvSpPr>
          <p:nvPr>
            <p:ph idx="1"/>
          </p:nvPr>
        </p:nvSpPr>
        <p:spPr>
          <a:xfrm>
            <a:off x="215900" y="1763713"/>
            <a:ext cx="8640763" cy="5616575"/>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rPr>
              <a:t>Algorithm Comparative Analysis: To evaluate and compare the performance of multiple ML classifiers (Logistic Regression, Random Forest, XGBoost) on high-dimensional clinical data.</a:t>
            </a:r>
            <a:endPar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rPr>
              <a:t>Model Explainability &amp; Optimization: To implement SMOTE for handling data imbalance and SHAP (SHapley Additive exPlanations) for transparent feature importance.</a:t>
            </a:r>
            <a:endPar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rPr>
              <a:t>Automated Lifestyle Guidance: To map ML-flagged risk factors to a personalized recommendation engine for hormonal health management.</a:t>
            </a:r>
            <a:endPar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rPr>
              <a:t>Responsive System Integration: To deploy a full-stack, real-time web application (React + FastAPI) for seamless user interaction.</a:t>
            </a:r>
            <a:endPar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71513" y="671513"/>
            <a:ext cx="6997700" cy="1455738"/>
          </a:xfrm>
        </p:spPr>
        <p:txBody>
          <a:bodyPr vert="horz" wrap="square" lIns="91440" tIns="45720" rIns="91440" bIns="45720" numCol="1" anchor="t" anchorCtr="0" compatLnSpc="1"/>
          <a:lstStyle/>
          <a:p>
            <a:pPr marL="0" marR="0" lvl="0" indent="0" algn="l" defTabSz="503555" rtl="0" eaLnBrk="0" fontAlgn="base" latinLnBrk="0" hangingPunct="0">
              <a:lnSpc>
                <a:spcPct val="100000"/>
              </a:lnSpc>
              <a:spcBef>
                <a:spcPct val="0"/>
              </a:spcBef>
              <a:spcAft>
                <a:spcPct val="0"/>
              </a:spcAft>
              <a:buClrTx/>
              <a:buSzTx/>
              <a:buFontTx/>
              <a:buNone/>
              <a:defRPr/>
            </a:pPr>
            <a:r>
              <a:rPr kumimoji="0" lang="en-US" altLang="en-IN"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mj-cs"/>
              </a:rPr>
              <a:t>Problem Definition</a:t>
            </a:r>
            <a:endParaRPr kumimoji="0" lang="en-US" altLang="en-IN"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mj-cs"/>
            </a:endParaRPr>
          </a:p>
        </p:txBody>
      </p:sp>
      <p:sp>
        <p:nvSpPr>
          <p:cNvPr id="3" name="Content Placeholder 2"/>
          <p:cNvSpPr>
            <a:spLocks noGrp="1"/>
          </p:cNvSpPr>
          <p:nvPr>
            <p:ph idx="1"/>
          </p:nvPr>
        </p:nvSpPr>
        <p:spPr>
          <a:xfrm>
            <a:off x="215900" y="1763713"/>
            <a:ext cx="8640763" cy="5616575"/>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rPr>
              <a:t>Statement: To design, optimize, and deploy an intelligent, end-to-end machine learning platform that accurately screens for PCOS using clinical and physical markers.</a:t>
            </a:r>
            <a:endPar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rPr>
              <a:t>Core Requirement: The system must overcome standard medical data imbalances, provide transparent reasoning for its predictions, and automatically generate tailored lifestyle and nutritional guidance based on the user's specific risk profile.</a:t>
            </a:r>
            <a:endParaRPr kumimoji="0" lang="en-US" altLang="en-GB" sz="2000" b="0" i="0" u="none" strike="noStrike" kern="1200" cap="none" spc="0" normalizeH="0" baseline="0" noProof="0" dirty="0">
              <a:ln>
                <a:noFill/>
              </a:ln>
              <a:solidFill>
                <a:prstClr val="black"/>
              </a:solidFill>
              <a:effectLst/>
              <a:uLnTx/>
              <a:uFillTx/>
              <a:latin typeface="Source Sans Pro" pitchFamily="34" charset="0"/>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194" name="Rectangle 1"/>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rPr>
              <a:t>Technologies and methodologies </a:t>
            </a:r>
            <a:endPar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endParaRPr>
          </a:p>
        </p:txBody>
      </p:sp>
      <p:sp>
        <p:nvSpPr>
          <p:cNvPr id="22531" name="Content Placeholder 2"/>
          <p:cNvSpPr txBox="1"/>
          <p:nvPr/>
        </p:nvSpPr>
        <p:spPr>
          <a:xfrm>
            <a:off x="393700" y="1835150"/>
            <a:ext cx="9180513" cy="5608638"/>
          </a:xfrm>
          <a:prstGeom prst="rect">
            <a:avLst/>
          </a:prstGeom>
          <a:noFill/>
          <a:ln w="9525">
            <a:noFill/>
          </a:ln>
        </p:spPr>
        <p:txBody>
          <a:bodyPr/>
          <a:lstStyle>
            <a:lvl1pPr marL="377825" indent="-377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900" kern="1200">
                <a:solidFill>
                  <a:srgbClr val="404040"/>
                </a:solidFill>
                <a:latin typeface="+mn-lt"/>
                <a:ea typeface="+mn-ea"/>
                <a:cs typeface="+mn-cs"/>
              </a:defRPr>
            </a:lvl1pPr>
            <a:lvl2pPr marL="817880" indent="-3143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700" kern="1200">
                <a:solidFill>
                  <a:srgbClr val="404040"/>
                </a:solidFill>
                <a:latin typeface="+mn-lt"/>
                <a:ea typeface="+mn-ea"/>
                <a:cs typeface="+mn-cs"/>
              </a:defRPr>
            </a:lvl2pPr>
            <a:lvl3pPr marL="1259205"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500" kern="1200">
                <a:solidFill>
                  <a:srgbClr val="404040"/>
                </a:solidFill>
                <a:latin typeface="+mn-lt"/>
                <a:ea typeface="+mn-ea"/>
                <a:cs typeface="+mn-cs"/>
              </a:defRPr>
            </a:lvl3pPr>
            <a:lvl4pPr marL="1764030"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300" kern="1200">
                <a:solidFill>
                  <a:srgbClr val="404040"/>
                </a:solidFill>
                <a:latin typeface="+mn-lt"/>
                <a:ea typeface="+mn-ea"/>
                <a:cs typeface="+mn-cs"/>
              </a:defRPr>
            </a:lvl4pPr>
            <a:lvl5pPr marL="2266950"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300" kern="1200">
                <a:solidFill>
                  <a:srgbClr val="404040"/>
                </a:solidFill>
                <a:latin typeface="+mn-lt"/>
                <a:ea typeface="+mn-ea"/>
                <a:cs typeface="+mn-cs"/>
              </a:defRPr>
            </a:lvl5pPr>
          </a:lstStyle>
          <a:p>
            <a:pPr marL="342900" lvl="0" indent="-342900" algn="just" defTabSz="914400">
              <a:spcBef>
                <a:spcPct val="20000"/>
              </a:spcBef>
              <a:buClrTx/>
              <a:buSzTx/>
              <a:buFont typeface="Arial" panose="020B0604020202020204" pitchFamily="34" charset="0"/>
              <a:buChar char="•"/>
            </a:pPr>
            <a:r>
              <a:rPr lang="en-US" altLang="en-GB" sz="2000" dirty="0">
                <a:solidFill>
                  <a:srgbClr val="000000"/>
                </a:solidFill>
                <a:latin typeface="Source Sans Pro" pitchFamily="34" charset="0"/>
              </a:rPr>
              <a:t>Phase 1: Data Preprocessing &amp; Balancing:</a:t>
            </a:r>
            <a:endParaRPr lang="en-US" altLang="en-GB" sz="2000" dirty="0">
              <a:solidFill>
                <a:srgbClr val="000000"/>
              </a:solidFill>
              <a:latin typeface="Source Sans Pro" pitchFamily="34" charset="0"/>
            </a:endParaRPr>
          </a:p>
          <a:p>
            <a:pPr marL="800100" lvl="1" indent="-342900" algn="just" defTabSz="914400">
              <a:spcBef>
                <a:spcPct val="20000"/>
              </a:spcBef>
              <a:buClrTx/>
              <a:buSzTx/>
              <a:buFont typeface="Arial" panose="020B0604020202020204" pitchFamily="34" charset="0"/>
              <a:buChar char="•"/>
            </a:pPr>
            <a:r>
              <a:rPr lang="en-US" altLang="en-GB" sz="1785" dirty="0">
                <a:solidFill>
                  <a:srgbClr val="000000"/>
                </a:solidFill>
                <a:latin typeface="Source Sans Pro" pitchFamily="34" charset="0"/>
              </a:rPr>
              <a:t>Dataset: 2000-row expanded clinical dataset.</a:t>
            </a:r>
            <a:endParaRPr lang="en-US" altLang="en-GB" sz="1785" dirty="0">
              <a:solidFill>
                <a:srgbClr val="000000"/>
              </a:solidFill>
              <a:latin typeface="Source Sans Pro" pitchFamily="34" charset="0"/>
            </a:endParaRPr>
          </a:p>
          <a:p>
            <a:pPr marL="800100" lvl="1" indent="-342900" algn="just" defTabSz="914400">
              <a:spcBef>
                <a:spcPct val="20000"/>
              </a:spcBef>
              <a:buClrTx/>
              <a:buSzTx/>
              <a:buFont typeface="Arial" panose="020B0604020202020204" pitchFamily="34" charset="0"/>
              <a:buChar char="•"/>
            </a:pPr>
            <a:r>
              <a:rPr lang="en-US" altLang="en-GB" sz="1785" dirty="0">
                <a:solidFill>
                  <a:srgbClr val="000000"/>
                </a:solidFill>
                <a:latin typeface="Source Sans Pro" pitchFamily="34" charset="0"/>
              </a:rPr>
              <a:t>Technique: Applied SMOTE (Synthetic Minority Over-sampling Technique) to eliminate predictive bias.</a:t>
            </a:r>
            <a:endParaRPr lang="en-US" altLang="en-GB" sz="1785" dirty="0">
              <a:solidFill>
                <a:srgbClr val="000000"/>
              </a:solidFill>
              <a:latin typeface="Source Sans Pro" pitchFamily="34" charset="0"/>
            </a:endParaRPr>
          </a:p>
          <a:p>
            <a:pPr marL="342900" lvl="0" indent="-342900" algn="just" defTabSz="914400">
              <a:spcBef>
                <a:spcPct val="20000"/>
              </a:spcBef>
              <a:buClrTx/>
              <a:buSzTx/>
              <a:buFont typeface="Arial" panose="020B0604020202020204" pitchFamily="34" charset="0"/>
              <a:buChar char="•"/>
            </a:pPr>
            <a:endParaRPr lang="en-US" altLang="en-GB" sz="2000" dirty="0">
              <a:solidFill>
                <a:srgbClr val="000000"/>
              </a:solidFill>
              <a:latin typeface="Source Sans Pro" pitchFamily="34" charset="0"/>
            </a:endParaRPr>
          </a:p>
          <a:p>
            <a:pPr marL="342900" lvl="0" indent="-342900" algn="just" defTabSz="914400">
              <a:spcBef>
                <a:spcPct val="20000"/>
              </a:spcBef>
              <a:buClrTx/>
              <a:buSzTx/>
              <a:buFont typeface="Arial" panose="020B0604020202020204" pitchFamily="34" charset="0"/>
              <a:buChar char="•"/>
            </a:pPr>
            <a:r>
              <a:rPr lang="en-US" altLang="en-GB" sz="2000" dirty="0">
                <a:solidFill>
                  <a:srgbClr val="000000"/>
                </a:solidFill>
                <a:latin typeface="Source Sans Pro" pitchFamily="34" charset="0"/>
              </a:rPr>
              <a:t>Phase 2: Model Training &amp; Selection:</a:t>
            </a:r>
            <a:endParaRPr lang="en-US" altLang="en-GB" sz="2000" dirty="0">
              <a:solidFill>
                <a:srgbClr val="000000"/>
              </a:solidFill>
              <a:latin typeface="Source Sans Pro" pitchFamily="34" charset="0"/>
            </a:endParaRPr>
          </a:p>
          <a:p>
            <a:pPr marL="800100" lvl="1" indent="-342900" algn="just" defTabSz="914400">
              <a:spcBef>
                <a:spcPct val="20000"/>
              </a:spcBef>
              <a:buClrTx/>
              <a:buSzTx/>
              <a:buFont typeface="Arial" panose="020B0604020202020204" pitchFamily="34" charset="0"/>
              <a:buChar char="•"/>
            </a:pPr>
            <a:r>
              <a:rPr lang="en-US" altLang="en-GB" sz="1785" dirty="0">
                <a:solidFill>
                  <a:srgbClr val="000000"/>
                </a:solidFill>
                <a:latin typeface="Source Sans Pro" pitchFamily="34" charset="0"/>
              </a:rPr>
              <a:t>Trained Random Forest, XGBoost, and Logistic Regression models using 5-Fold Cross Validation.</a:t>
            </a:r>
            <a:endParaRPr lang="en-US" altLang="en-GB" sz="1785" dirty="0">
              <a:solidFill>
                <a:srgbClr val="000000"/>
              </a:solidFill>
              <a:latin typeface="Source Sans Pro" pitchFamily="34" charset="0"/>
            </a:endParaRPr>
          </a:p>
          <a:p>
            <a:pPr marL="342900" lvl="0" indent="-342900" algn="just" defTabSz="914400">
              <a:spcBef>
                <a:spcPct val="20000"/>
              </a:spcBef>
              <a:buClrTx/>
              <a:buSzTx/>
              <a:buFont typeface="Arial" panose="020B0604020202020204" pitchFamily="34" charset="0"/>
              <a:buChar char="•"/>
            </a:pPr>
            <a:endParaRPr lang="en-US" altLang="en-GB" sz="2000" dirty="0">
              <a:solidFill>
                <a:srgbClr val="000000"/>
              </a:solidFill>
              <a:latin typeface="Source Sans Pro" pitchFamily="34" charset="0"/>
            </a:endParaRPr>
          </a:p>
          <a:p>
            <a:pPr marL="342900" lvl="0" indent="-342900" algn="just" defTabSz="914400">
              <a:spcBef>
                <a:spcPct val="20000"/>
              </a:spcBef>
              <a:buClrTx/>
              <a:buSzTx/>
              <a:buFont typeface="Arial" panose="020B0604020202020204" pitchFamily="34" charset="0"/>
              <a:buChar char="•"/>
            </a:pPr>
            <a:r>
              <a:rPr lang="en-US" altLang="en-GB" sz="2000" dirty="0">
                <a:solidFill>
                  <a:srgbClr val="000000"/>
                </a:solidFill>
                <a:latin typeface="Source Sans Pro" pitchFamily="34" charset="0"/>
              </a:rPr>
              <a:t>Phase 3: Explainability Engine:</a:t>
            </a:r>
            <a:endParaRPr lang="en-US" altLang="en-GB" sz="2000" dirty="0">
              <a:solidFill>
                <a:srgbClr val="000000"/>
              </a:solidFill>
              <a:latin typeface="Source Sans Pro" pitchFamily="34" charset="0"/>
            </a:endParaRPr>
          </a:p>
          <a:p>
            <a:pPr marL="800100" lvl="1" indent="-342900" algn="just" defTabSz="914400">
              <a:spcBef>
                <a:spcPct val="20000"/>
              </a:spcBef>
              <a:buClrTx/>
              <a:buSzTx/>
              <a:buFont typeface="Arial" panose="020B0604020202020204" pitchFamily="34" charset="0"/>
              <a:buChar char="•"/>
            </a:pPr>
            <a:r>
              <a:rPr lang="en-US" altLang="en-GB" sz="1785" dirty="0">
                <a:solidFill>
                  <a:srgbClr val="000000"/>
                </a:solidFill>
                <a:latin typeface="Source Sans Pro" pitchFamily="34" charset="0"/>
              </a:rPr>
              <a:t>Integrated SHAP to extract the mathematical weight of individual symptoms.</a:t>
            </a:r>
            <a:endParaRPr lang="en-US" altLang="en-GB" sz="1785" dirty="0">
              <a:solidFill>
                <a:srgbClr val="000000"/>
              </a:solidFill>
              <a:latin typeface="Source Sans Pro" pitchFamily="34" charset="0"/>
            </a:endParaRPr>
          </a:p>
          <a:p>
            <a:pPr marL="342900" lvl="0" indent="-342900" algn="just" defTabSz="914400">
              <a:spcBef>
                <a:spcPct val="20000"/>
              </a:spcBef>
              <a:buClrTx/>
              <a:buSzTx/>
              <a:buFont typeface="Arial" panose="020B0604020202020204" pitchFamily="34" charset="0"/>
              <a:buChar char="•"/>
            </a:pPr>
            <a:endParaRPr lang="en-US" altLang="en-GB" sz="2000" dirty="0">
              <a:solidFill>
                <a:srgbClr val="000000"/>
              </a:solidFill>
              <a:latin typeface="Source Sans Pro" pitchFamily="34" charset="0"/>
            </a:endParaRPr>
          </a:p>
          <a:p>
            <a:pPr marL="342900" lvl="0" indent="-342900" algn="just" defTabSz="914400">
              <a:spcBef>
                <a:spcPct val="20000"/>
              </a:spcBef>
              <a:buClrTx/>
              <a:buSzTx/>
              <a:buFont typeface="Arial" panose="020B0604020202020204" pitchFamily="34" charset="0"/>
              <a:buChar char="•"/>
            </a:pPr>
            <a:r>
              <a:rPr lang="en-US" altLang="en-GB" sz="2000" dirty="0">
                <a:solidFill>
                  <a:srgbClr val="000000"/>
                </a:solidFill>
                <a:latin typeface="Source Sans Pro" pitchFamily="34" charset="0"/>
              </a:rPr>
              <a:t>Phase 4: System Architecture (Diagram Placeholder):</a:t>
            </a:r>
            <a:endParaRPr lang="en-US" altLang="en-GB" sz="2000" dirty="0">
              <a:solidFill>
                <a:srgbClr val="000000"/>
              </a:solidFill>
              <a:latin typeface="Source Sans Pro" pitchFamily="34" charset="0"/>
            </a:endParaRPr>
          </a:p>
          <a:p>
            <a:pPr marL="800100" lvl="1" indent="-342900" algn="just" defTabSz="914400">
              <a:spcBef>
                <a:spcPct val="20000"/>
              </a:spcBef>
              <a:buClrTx/>
              <a:buSzTx/>
              <a:buFont typeface="Arial" panose="020B0604020202020204" pitchFamily="34" charset="0"/>
              <a:buChar char="•"/>
            </a:pPr>
            <a:r>
              <a:rPr lang="en-US" altLang="en-GB" sz="1785" dirty="0">
                <a:solidFill>
                  <a:srgbClr val="000000"/>
                </a:solidFill>
                <a:latin typeface="Source Sans Pro" pitchFamily="34" charset="0"/>
              </a:rPr>
              <a:t>Frontend: React.js (Vite) / Tailwind CSS (Client UI).</a:t>
            </a:r>
            <a:endParaRPr lang="en-US" altLang="en-GB" sz="1785" dirty="0">
              <a:solidFill>
                <a:srgbClr val="000000"/>
              </a:solidFill>
              <a:latin typeface="Source Sans Pro" pitchFamily="34" charset="0"/>
            </a:endParaRPr>
          </a:p>
          <a:p>
            <a:pPr marL="800100" lvl="1" indent="-342900" algn="just" defTabSz="914400">
              <a:spcBef>
                <a:spcPct val="20000"/>
              </a:spcBef>
              <a:buClrTx/>
              <a:buSzTx/>
              <a:buFont typeface="Arial" panose="020B0604020202020204" pitchFamily="34" charset="0"/>
              <a:buChar char="•"/>
            </a:pPr>
            <a:r>
              <a:rPr lang="en-US" altLang="en-GB" sz="1785" dirty="0">
                <a:solidFill>
                  <a:srgbClr val="000000"/>
                </a:solidFill>
                <a:latin typeface="Source Sans Pro" pitchFamily="34" charset="0"/>
              </a:rPr>
              <a:t>Backend: Python FastAPI (REST API &amp; Model Serving).</a:t>
            </a:r>
            <a:endParaRPr lang="en-US" altLang="en-GB" sz="1785" dirty="0">
              <a:solidFill>
                <a:srgbClr val="000000"/>
              </a:solidFill>
              <a:latin typeface="Source Sans Pro" pitchFamily="34" charset="0"/>
            </a:endParaRPr>
          </a:p>
          <a:p>
            <a:pPr marL="800100" lvl="1" indent="-342900" algn="just" defTabSz="914400">
              <a:spcBef>
                <a:spcPct val="20000"/>
              </a:spcBef>
              <a:buClrTx/>
              <a:buSzTx/>
              <a:buFont typeface="Arial" panose="020B0604020202020204" pitchFamily="34" charset="0"/>
              <a:buChar char="•"/>
            </a:pPr>
            <a:r>
              <a:rPr lang="en-US" altLang="en-GB" sz="1785" dirty="0">
                <a:solidFill>
                  <a:srgbClr val="000000"/>
                </a:solidFill>
                <a:latin typeface="Source Sans Pro" pitchFamily="34" charset="0"/>
              </a:rPr>
              <a:t>Core: Pickled Scikit-Learn/XGBoost models.</a:t>
            </a:r>
            <a:r>
              <a:rPr lang="en-GB" altLang="en-US" sz="1785" dirty="0">
                <a:solidFill>
                  <a:srgbClr val="000000"/>
                </a:solidFill>
                <a:latin typeface="Source Sans Pro" pitchFamily="34" charset="0"/>
              </a:rPr>
              <a:t>.</a:t>
            </a:r>
            <a:endParaRPr lang="en-GB" altLang="en-US" sz="1785" dirty="0">
              <a:solidFill>
                <a:srgbClr val="000000"/>
              </a:solidFill>
              <a:latin typeface="Source Sans Pro" pitchFamily="34" charset="0"/>
            </a:endParaRPr>
          </a:p>
          <a:p>
            <a:pPr marL="342900" lvl="0" indent="-342900" algn="just" defTabSz="914400">
              <a:spcBef>
                <a:spcPct val="20000"/>
              </a:spcBef>
              <a:buClrTx/>
              <a:buSzTx/>
              <a:buFont typeface="Arial" panose="020B0604020202020204" pitchFamily="34" charset="0"/>
              <a:buChar char="•"/>
            </a:pPr>
            <a:endParaRPr lang="en-GB" altLang="en-US" sz="2000" dirty="0">
              <a:solidFill>
                <a:srgbClr val="000000"/>
              </a:solidFill>
              <a:latin typeface="Source Sans Pro" pitchFamily="34" charset="0"/>
            </a:endParaRPr>
          </a:p>
          <a:p>
            <a:pPr marL="342900" lvl="0" indent="-342900" algn="just" defTabSz="914400">
              <a:spcBef>
                <a:spcPct val="20000"/>
              </a:spcBef>
              <a:buClrTx/>
              <a:buSzTx/>
              <a:buFont typeface="Arial" panose="020B0604020202020204" pitchFamily="34" charset="0"/>
              <a:buNone/>
            </a:pPr>
            <a:endParaRPr lang="en-GB" altLang="en-US" sz="2000" dirty="0">
              <a:solidFill>
                <a:srgbClr val="000000"/>
              </a:solidFill>
              <a:latin typeface="Source Sans Pro" pitchFamily="34" charset="0"/>
            </a:endParaRPr>
          </a:p>
          <a:p>
            <a:pPr marL="342900" lvl="0" indent="-342900" algn="just" defTabSz="914400">
              <a:spcBef>
                <a:spcPct val="20000"/>
              </a:spcBef>
              <a:buClrTx/>
              <a:buSzTx/>
              <a:buFont typeface="Arial" panose="020B0604020202020204" pitchFamily="34" charset="0"/>
              <a:buChar char="•"/>
            </a:pPr>
            <a:endParaRPr lang="en-GB" altLang="en-US" sz="2000" dirty="0">
              <a:solidFill>
                <a:srgbClr val="000000"/>
              </a:solidFill>
              <a:latin typeface="Source Sans Pro" pitchFamily="34" charset="0"/>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194" name="Rectangle 1"/>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US" altLang="en-IN"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rPr>
              <a:t>Performance Evaluation</a:t>
            </a:r>
            <a:endParaRPr kumimoji="0" lang="en-US" altLang="en-IN"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endParaRPr>
          </a:p>
        </p:txBody>
      </p:sp>
      <p:sp>
        <p:nvSpPr>
          <p:cNvPr id="20483" name="Rectangle 2"/>
          <p:cNvSpPr/>
          <p:nvPr/>
        </p:nvSpPr>
        <p:spPr>
          <a:xfrm>
            <a:off x="503238" y="1768475"/>
            <a:ext cx="9070975" cy="4989513"/>
          </a:xfrm>
          <a:prstGeom prst="rect">
            <a:avLst/>
          </a:prstGeom>
          <a:noFill/>
          <a:ln w="9525">
            <a:noFill/>
          </a:ln>
        </p:spPr>
        <p:txBody>
          <a:bodyPr lIns="0" tIns="21240" rIns="0" bIns="0"/>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ea typeface="Times New Roman" panose="02020603050405020304" pitchFamily="16" charset="0"/>
            </a:endParaRPr>
          </a:p>
        </p:txBody>
      </p:sp>
      <p:pic>
        <p:nvPicPr>
          <p:cNvPr id="2" name="Picture 1"/>
          <p:cNvPicPr>
            <a:picLocks noChangeAspect="1"/>
          </p:cNvPicPr>
          <p:nvPr/>
        </p:nvPicPr>
        <p:blipFill>
          <a:blip r:embed="rId1"/>
          <a:stretch>
            <a:fillRect/>
          </a:stretch>
        </p:blipFill>
        <p:spPr>
          <a:xfrm>
            <a:off x="215900" y="2339975"/>
            <a:ext cx="3295650" cy="4200525"/>
          </a:xfrm>
          <a:prstGeom prst="rect">
            <a:avLst/>
          </a:prstGeom>
        </p:spPr>
      </p:pic>
      <p:pic>
        <p:nvPicPr>
          <p:cNvPr id="3" name="Picture 2"/>
          <p:cNvPicPr>
            <a:picLocks noChangeAspect="1"/>
          </p:cNvPicPr>
          <p:nvPr/>
        </p:nvPicPr>
        <p:blipFill>
          <a:blip r:embed="rId2"/>
          <a:stretch>
            <a:fillRect/>
          </a:stretch>
        </p:blipFill>
        <p:spPr>
          <a:xfrm>
            <a:off x="3528060" y="2267585"/>
            <a:ext cx="6419850" cy="3524250"/>
          </a:xfrm>
          <a:prstGeom prst="rect">
            <a:avLst/>
          </a:prstGeom>
        </p:spPr>
      </p:pic>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194" name="Rectangle 1"/>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US" altLang="en-IN"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rPr>
              <a:t>Performance Evaluation</a:t>
            </a:r>
            <a:endParaRPr kumimoji="0" lang="en-US" altLang="en-IN"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endParaRPr>
          </a:p>
        </p:txBody>
      </p:sp>
      <p:sp>
        <p:nvSpPr>
          <p:cNvPr id="20483" name="Rectangle 2"/>
          <p:cNvSpPr/>
          <p:nvPr/>
        </p:nvSpPr>
        <p:spPr>
          <a:xfrm>
            <a:off x="503238" y="1768475"/>
            <a:ext cx="9070975" cy="4989513"/>
          </a:xfrm>
          <a:prstGeom prst="rect">
            <a:avLst/>
          </a:prstGeom>
          <a:noFill/>
          <a:ln w="9525">
            <a:noFill/>
          </a:ln>
        </p:spPr>
        <p:txBody>
          <a:bodyPr lIns="0" tIns="21240" rIns="0" bIns="0"/>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ea typeface="Times New Roman" panose="02020603050405020304" pitchFamily="16" charset="0"/>
            </a:endParaRPr>
          </a:p>
        </p:txBody>
      </p:sp>
      <p:sp>
        <p:nvSpPr>
          <p:cNvPr id="20484" name="TextBox 2"/>
          <p:cNvSpPr txBox="1"/>
          <p:nvPr/>
        </p:nvSpPr>
        <p:spPr>
          <a:xfrm>
            <a:off x="287338" y="1731963"/>
            <a:ext cx="8929687" cy="4215765"/>
          </a:xfrm>
          <a:prstGeom prst="rect">
            <a:avLst/>
          </a:prstGeom>
          <a:noFill/>
          <a:ln w="9525">
            <a:noFill/>
          </a:ln>
        </p:spPr>
        <p:txBody>
          <a:bodyPr>
            <a:spAutoFit/>
          </a:bodyPr>
          <a:p>
            <a:pPr marL="342900" indent="-342900" algn="just" defTabSz="914400">
              <a:spcBef>
                <a:spcPct val="20000"/>
              </a:spcBef>
              <a:buFont typeface="Arial" panose="020B0604020202020204" pitchFamily="34" charset="0"/>
              <a:buChar char="•"/>
            </a:pPr>
            <a:r>
              <a:rPr lang="en-US" altLang="en-GB" sz="2000" dirty="0">
                <a:solidFill>
                  <a:srgbClr val="000000"/>
                </a:solidFill>
                <a:latin typeface="Source Sans Pro" pitchFamily="34" charset="0"/>
              </a:rPr>
              <a:t>Comparative Metrics:</a:t>
            </a:r>
            <a:endParaRPr lang="en-US" altLang="en-GB" sz="2000" dirty="0">
              <a:solidFill>
                <a:srgbClr val="000000"/>
              </a:solidFill>
              <a:latin typeface="Source Sans Pro" pitchFamily="34" charset="0"/>
            </a:endParaRPr>
          </a:p>
          <a:p>
            <a:pPr marL="800100" lvl="1" indent="-342900" algn="just" defTabSz="914400">
              <a:spcBef>
                <a:spcPct val="20000"/>
              </a:spcBef>
              <a:buFont typeface="Arial" panose="020B0604020202020204" pitchFamily="34" charset="0"/>
              <a:buChar char="•"/>
            </a:pPr>
            <a:r>
              <a:rPr lang="en-US" altLang="en-GB" sz="2000" dirty="0">
                <a:solidFill>
                  <a:srgbClr val="000000"/>
                </a:solidFill>
                <a:latin typeface="Source Sans Pro" pitchFamily="34" charset="0"/>
              </a:rPr>
              <a:t>Accuracy: Evaluated overall correctness across all algorithms.</a:t>
            </a:r>
            <a:endParaRPr lang="en-US" altLang="en-GB" sz="2000" dirty="0">
              <a:solidFill>
                <a:srgbClr val="000000"/>
              </a:solidFill>
              <a:latin typeface="Source Sans Pro" pitchFamily="34" charset="0"/>
            </a:endParaRPr>
          </a:p>
          <a:p>
            <a:pPr marL="800100" lvl="1" indent="-342900" algn="just" defTabSz="914400">
              <a:spcBef>
                <a:spcPct val="20000"/>
              </a:spcBef>
              <a:buFont typeface="Arial" panose="020B0604020202020204" pitchFamily="34" charset="0"/>
              <a:buChar char="•"/>
            </a:pPr>
            <a:r>
              <a:rPr lang="en-US" altLang="en-GB" sz="2000" dirty="0">
                <a:solidFill>
                  <a:srgbClr val="000000"/>
                </a:solidFill>
                <a:latin typeface="Source Sans Pro" pitchFamily="34" charset="0"/>
              </a:rPr>
              <a:t>F1-Score: Prioritized over accuracy to penalize false negatives (missing a sick patient) and false positives. [Insert winning model's F1-Score here].</a:t>
            </a:r>
            <a:endParaRPr lang="en-US" altLang="en-GB" sz="2000" dirty="0">
              <a:solidFill>
                <a:srgbClr val="000000"/>
              </a:solidFill>
              <a:latin typeface="Source Sans Pro" pitchFamily="34" charset="0"/>
            </a:endParaRPr>
          </a:p>
          <a:p>
            <a:pPr marL="342900" indent="-342900" algn="just" defTabSz="914400">
              <a:spcBef>
                <a:spcPct val="20000"/>
              </a:spcBef>
              <a:buFont typeface="Arial" panose="020B0604020202020204" pitchFamily="34" charset="0"/>
              <a:buChar char="•"/>
            </a:pPr>
            <a:endParaRPr lang="en-US" altLang="en-GB" sz="2000" dirty="0">
              <a:solidFill>
                <a:srgbClr val="000000"/>
              </a:solidFill>
              <a:latin typeface="Source Sans Pro" pitchFamily="34" charset="0"/>
            </a:endParaRPr>
          </a:p>
          <a:p>
            <a:pPr marL="342900" indent="-342900" algn="just" defTabSz="914400">
              <a:spcBef>
                <a:spcPct val="20000"/>
              </a:spcBef>
              <a:buFont typeface="Arial" panose="020B0604020202020204" pitchFamily="34" charset="0"/>
              <a:buChar char="•"/>
            </a:pPr>
            <a:r>
              <a:rPr lang="en-US" altLang="en-GB" sz="2000" dirty="0">
                <a:solidFill>
                  <a:srgbClr val="000000"/>
                </a:solidFill>
                <a:latin typeface="Source Sans Pro" pitchFamily="34" charset="0"/>
              </a:rPr>
              <a:t>SHAP Feature Importance (Insert SHAP summary plot here):</a:t>
            </a:r>
            <a:endParaRPr lang="en-US" altLang="en-GB" sz="2000" dirty="0">
              <a:solidFill>
                <a:srgbClr val="000000"/>
              </a:solidFill>
              <a:latin typeface="Source Sans Pro" pitchFamily="34" charset="0"/>
            </a:endParaRPr>
          </a:p>
          <a:p>
            <a:pPr marL="800100" lvl="1" indent="-342900" algn="just" defTabSz="914400">
              <a:spcBef>
                <a:spcPct val="20000"/>
              </a:spcBef>
              <a:buFont typeface="Arial" panose="020B0604020202020204" pitchFamily="34" charset="0"/>
              <a:buChar char="•"/>
            </a:pPr>
            <a:r>
              <a:rPr lang="en-US" altLang="en-GB" sz="2000" dirty="0">
                <a:solidFill>
                  <a:srgbClr val="000000"/>
                </a:solidFill>
                <a:latin typeface="Source Sans Pro" pitchFamily="34" charset="0"/>
              </a:rPr>
              <a:t>The model successfully identified Follicle No. (R/L), Cycle Length, and AMH (ng/mL) as the top physiological drivers for PCOS detection.</a:t>
            </a:r>
            <a:endParaRPr lang="en-US" altLang="en-GB" sz="2000" dirty="0">
              <a:solidFill>
                <a:srgbClr val="000000"/>
              </a:solidFill>
              <a:latin typeface="Source Sans Pro" pitchFamily="34" charset="0"/>
            </a:endParaRPr>
          </a:p>
          <a:p>
            <a:pPr marL="342900" indent="-342900" algn="just" defTabSz="914400">
              <a:spcBef>
                <a:spcPct val="20000"/>
              </a:spcBef>
              <a:buFont typeface="Arial" panose="020B0604020202020204" pitchFamily="34" charset="0"/>
              <a:buChar char="•"/>
            </a:pPr>
            <a:endParaRPr lang="en-US" altLang="en-GB" sz="2000" dirty="0">
              <a:solidFill>
                <a:srgbClr val="000000"/>
              </a:solidFill>
              <a:latin typeface="Source Sans Pro" pitchFamily="34" charset="0"/>
            </a:endParaRPr>
          </a:p>
          <a:p>
            <a:pPr marL="342900" indent="-342900" algn="just" defTabSz="914400">
              <a:spcBef>
                <a:spcPct val="20000"/>
              </a:spcBef>
              <a:buFont typeface="Arial" panose="020B0604020202020204" pitchFamily="34" charset="0"/>
              <a:buChar char="•"/>
            </a:pPr>
            <a:r>
              <a:rPr lang="en-US" altLang="en-GB" sz="2000" dirty="0">
                <a:solidFill>
                  <a:srgbClr val="000000"/>
                </a:solidFill>
                <a:latin typeface="Source Sans Pro" pitchFamily="34" charset="0"/>
              </a:rPr>
              <a:t>Discussion: Implementing SMOTE drastically improved the recall rate for positive cases compared to baseline models.</a:t>
            </a:r>
            <a:endParaRPr lang="en-US" altLang="en-GB" sz="2000" dirty="0">
              <a:solidFill>
                <a:srgbClr val="000000"/>
              </a:solidFill>
              <a:latin typeface="Source Sans Pro" pitchFamily="34" charset="0"/>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194" name="Rectangle 1"/>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US" altLang="en-IN"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rPr>
              <a:t>Conclusion</a:t>
            </a:r>
            <a:endParaRPr kumimoji="0" lang="en-US" altLang="en-IN"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endParaRPr>
          </a:p>
        </p:txBody>
      </p:sp>
      <p:sp>
        <p:nvSpPr>
          <p:cNvPr id="20483" name="Rectangle 2"/>
          <p:cNvSpPr/>
          <p:nvPr/>
        </p:nvSpPr>
        <p:spPr>
          <a:xfrm>
            <a:off x="503238" y="1768475"/>
            <a:ext cx="9070975" cy="4989513"/>
          </a:xfrm>
          <a:prstGeom prst="rect">
            <a:avLst/>
          </a:prstGeom>
          <a:noFill/>
          <a:ln w="9525">
            <a:noFill/>
          </a:ln>
        </p:spPr>
        <p:txBody>
          <a:bodyPr lIns="0" tIns="21240" rIns="0" bIns="0"/>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ea typeface="Times New Roman" panose="02020603050405020304" pitchFamily="16" charset="0"/>
            </a:endParaRPr>
          </a:p>
        </p:txBody>
      </p:sp>
      <p:sp>
        <p:nvSpPr>
          <p:cNvPr id="20484" name="TextBox 2"/>
          <p:cNvSpPr txBox="1"/>
          <p:nvPr/>
        </p:nvSpPr>
        <p:spPr>
          <a:xfrm>
            <a:off x="287338" y="1731963"/>
            <a:ext cx="8929687" cy="3846195"/>
          </a:xfrm>
          <a:prstGeom prst="rect">
            <a:avLst/>
          </a:prstGeom>
          <a:noFill/>
          <a:ln w="9525">
            <a:noFill/>
          </a:ln>
        </p:spPr>
        <p:txBody>
          <a:bodyPr>
            <a:spAutoFit/>
          </a:bodyPr>
          <a:p>
            <a:pPr marL="342900" indent="-342900" algn="just" defTabSz="914400">
              <a:spcBef>
                <a:spcPct val="20000"/>
              </a:spcBef>
              <a:buFont typeface="Arial" panose="020B0604020202020204" pitchFamily="34" charset="0"/>
              <a:buChar char="•"/>
            </a:pPr>
            <a:r>
              <a:rPr lang="en-US" altLang="en-GB" sz="2000" dirty="0">
                <a:solidFill>
                  <a:srgbClr val="000000"/>
                </a:solidFill>
                <a:latin typeface="Source Sans Pro" pitchFamily="34" charset="0"/>
              </a:rPr>
              <a:t>Achievement: Successfully engineered a highly accurate, non-invasive PCOS screening tool that outperforms standard "black-box" approaches.</a:t>
            </a:r>
            <a:endParaRPr lang="en-US" altLang="en-GB" sz="2000" dirty="0">
              <a:solidFill>
                <a:srgbClr val="000000"/>
              </a:solidFill>
              <a:latin typeface="Source Sans Pro" pitchFamily="34" charset="0"/>
            </a:endParaRPr>
          </a:p>
          <a:p>
            <a:pPr marL="342900" indent="-342900" algn="just" defTabSz="914400">
              <a:spcBef>
                <a:spcPct val="20000"/>
              </a:spcBef>
              <a:buFont typeface="Arial" panose="020B0604020202020204" pitchFamily="34" charset="0"/>
              <a:buChar char="•"/>
            </a:pPr>
            <a:endParaRPr lang="en-US" altLang="en-GB" sz="2000" dirty="0">
              <a:solidFill>
                <a:srgbClr val="000000"/>
              </a:solidFill>
              <a:latin typeface="Source Sans Pro" pitchFamily="34" charset="0"/>
            </a:endParaRPr>
          </a:p>
          <a:p>
            <a:pPr marL="342900" indent="-342900" algn="just" defTabSz="914400">
              <a:spcBef>
                <a:spcPct val="20000"/>
              </a:spcBef>
              <a:buFont typeface="Arial" panose="020B0604020202020204" pitchFamily="34" charset="0"/>
              <a:buChar char="•"/>
            </a:pPr>
            <a:r>
              <a:rPr lang="en-US" altLang="en-GB" sz="2000" dirty="0">
                <a:solidFill>
                  <a:srgbClr val="000000"/>
                </a:solidFill>
                <a:latin typeface="Source Sans Pro" pitchFamily="34" charset="0"/>
              </a:rPr>
              <a:t>Clinical Transparency: Proved that utilizing SHAP builds necessary trust by linking predictions to actual medical markers.</a:t>
            </a:r>
            <a:endParaRPr lang="en-US" altLang="en-GB" sz="2000" dirty="0">
              <a:solidFill>
                <a:srgbClr val="000000"/>
              </a:solidFill>
              <a:latin typeface="Source Sans Pro" pitchFamily="34" charset="0"/>
            </a:endParaRPr>
          </a:p>
          <a:p>
            <a:pPr marL="342900" indent="-342900" algn="just" defTabSz="914400">
              <a:spcBef>
                <a:spcPct val="20000"/>
              </a:spcBef>
              <a:buFont typeface="Arial" panose="020B0604020202020204" pitchFamily="34" charset="0"/>
              <a:buChar char="•"/>
            </a:pPr>
            <a:endParaRPr lang="en-US" altLang="en-GB" sz="2000" dirty="0">
              <a:solidFill>
                <a:srgbClr val="000000"/>
              </a:solidFill>
              <a:latin typeface="Source Sans Pro" pitchFamily="34" charset="0"/>
            </a:endParaRPr>
          </a:p>
          <a:p>
            <a:pPr marL="342900" indent="-342900" algn="just" defTabSz="914400">
              <a:spcBef>
                <a:spcPct val="20000"/>
              </a:spcBef>
              <a:buFont typeface="Arial" panose="020B0604020202020204" pitchFamily="34" charset="0"/>
              <a:buChar char="•"/>
            </a:pPr>
            <a:r>
              <a:rPr lang="en-US" altLang="en-GB" sz="2000" dirty="0">
                <a:solidFill>
                  <a:srgbClr val="000000"/>
                </a:solidFill>
                <a:latin typeface="Source Sans Pro" pitchFamily="34" charset="0"/>
              </a:rPr>
              <a:t>Holistic Approach: Bridged the gap between diagnosis and management by seamlessly integrating personalized lifestyle guidance.</a:t>
            </a:r>
            <a:endParaRPr lang="en-US" altLang="en-GB" sz="2000" dirty="0">
              <a:solidFill>
                <a:srgbClr val="000000"/>
              </a:solidFill>
              <a:latin typeface="Source Sans Pro" pitchFamily="34" charset="0"/>
            </a:endParaRPr>
          </a:p>
          <a:p>
            <a:pPr marL="342900" indent="-342900" algn="just" defTabSz="914400">
              <a:spcBef>
                <a:spcPct val="20000"/>
              </a:spcBef>
              <a:buFont typeface="Arial" panose="020B0604020202020204" pitchFamily="34" charset="0"/>
              <a:buChar char="•"/>
            </a:pPr>
            <a:endParaRPr lang="en-US" altLang="en-GB" sz="2000" dirty="0">
              <a:solidFill>
                <a:srgbClr val="000000"/>
              </a:solidFill>
              <a:latin typeface="Source Sans Pro" pitchFamily="34" charset="0"/>
            </a:endParaRPr>
          </a:p>
          <a:p>
            <a:pPr marL="342900" indent="-342900" algn="just" defTabSz="914400">
              <a:spcBef>
                <a:spcPct val="20000"/>
              </a:spcBef>
              <a:buFont typeface="Arial" panose="020B0604020202020204" pitchFamily="34" charset="0"/>
              <a:buChar char="•"/>
            </a:pPr>
            <a:r>
              <a:rPr lang="en-US" altLang="en-GB" sz="2000" dirty="0">
                <a:solidFill>
                  <a:srgbClr val="000000"/>
                </a:solidFill>
                <a:latin typeface="Source Sans Pro" pitchFamily="34" charset="0"/>
              </a:rPr>
              <a:t>Future Scope: Integration of Convolutional Neural Networks (CNNs) for automated ultrasound image analysis (Phase 2).</a:t>
            </a:r>
            <a:endParaRPr lang="en-US" altLang="en-GB" sz="2000" dirty="0">
              <a:solidFill>
                <a:srgbClr val="000000"/>
              </a:solidFill>
              <a:latin typeface="Source Sans Pro" pitchFamily="34" charset="0"/>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194" name="Rectangle 1"/>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rPr>
              <a:t>Implementation </a:t>
            </a:r>
            <a:endPar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endParaRPr>
          </a:p>
        </p:txBody>
      </p:sp>
      <p:sp>
        <p:nvSpPr>
          <p:cNvPr id="24579" name="Rectangle 2"/>
          <p:cNvSpPr/>
          <p:nvPr/>
        </p:nvSpPr>
        <p:spPr>
          <a:xfrm>
            <a:off x="503238" y="1563688"/>
            <a:ext cx="9070975" cy="5194300"/>
          </a:xfrm>
          <a:prstGeom prst="rect">
            <a:avLst/>
          </a:prstGeom>
          <a:noFill/>
          <a:ln w="9525">
            <a:noFill/>
          </a:ln>
        </p:spPr>
        <p:txBody>
          <a:bodyPr lIns="0" tIns="21240" rIns="0" bIns="0"/>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ea typeface="Times New Roman" panose="02020603050405020304" pitchFamily="16" charset="0"/>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1"/>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rPr>
              <a:t>References</a:t>
            </a:r>
            <a:endPar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endParaRPr>
          </a:p>
        </p:txBody>
      </p:sp>
      <p:sp>
        <p:nvSpPr>
          <p:cNvPr id="28675" name="Rectangle 2"/>
          <p:cNvSpPr/>
          <p:nvPr/>
        </p:nvSpPr>
        <p:spPr>
          <a:xfrm>
            <a:off x="503238" y="1563688"/>
            <a:ext cx="9070975" cy="5194300"/>
          </a:xfrm>
          <a:prstGeom prst="rect">
            <a:avLst/>
          </a:prstGeom>
          <a:noFill/>
          <a:ln w="9525">
            <a:noFill/>
          </a:ln>
        </p:spPr>
        <p:txBody>
          <a:bodyPr lIns="0" tIns="21240" rIns="0" bIns="0"/>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ea typeface="Times New Roman" panose="02020603050405020304" pitchFamily="16" charset="0"/>
            </a:endParaRPr>
          </a:p>
        </p:txBody>
      </p:sp>
      <p:sp>
        <p:nvSpPr>
          <p:cNvPr id="28676" name="Content Placeholder 2"/>
          <p:cNvSpPr txBox="1"/>
          <p:nvPr/>
        </p:nvSpPr>
        <p:spPr>
          <a:xfrm>
            <a:off x="539750" y="1484313"/>
            <a:ext cx="8677275" cy="5608637"/>
          </a:xfrm>
          <a:prstGeom prst="rect">
            <a:avLst/>
          </a:prstGeom>
          <a:noFill/>
          <a:ln w="9525">
            <a:noFill/>
          </a:ln>
        </p:spPr>
        <p:txBody>
          <a:bodyPr/>
          <a:lstStyle>
            <a:lvl1pPr marL="377825" indent="-377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900" kern="1200">
                <a:solidFill>
                  <a:srgbClr val="404040"/>
                </a:solidFill>
                <a:latin typeface="+mn-lt"/>
                <a:ea typeface="+mn-ea"/>
                <a:cs typeface="+mn-cs"/>
              </a:defRPr>
            </a:lvl1pPr>
            <a:lvl2pPr marL="817880" indent="-3143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700" kern="1200">
                <a:solidFill>
                  <a:srgbClr val="404040"/>
                </a:solidFill>
                <a:latin typeface="+mn-lt"/>
                <a:ea typeface="+mn-ea"/>
                <a:cs typeface="+mn-cs"/>
              </a:defRPr>
            </a:lvl2pPr>
            <a:lvl3pPr marL="1259205"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500" kern="1200">
                <a:solidFill>
                  <a:srgbClr val="404040"/>
                </a:solidFill>
                <a:latin typeface="+mn-lt"/>
                <a:ea typeface="+mn-ea"/>
                <a:cs typeface="+mn-cs"/>
              </a:defRPr>
            </a:lvl3pPr>
            <a:lvl4pPr marL="1764030"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300" kern="1200">
                <a:solidFill>
                  <a:srgbClr val="404040"/>
                </a:solidFill>
                <a:latin typeface="+mn-lt"/>
                <a:ea typeface="+mn-ea"/>
                <a:cs typeface="+mn-cs"/>
              </a:defRPr>
            </a:lvl4pPr>
            <a:lvl5pPr marL="2266950"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300" kern="1200">
                <a:solidFill>
                  <a:srgbClr val="404040"/>
                </a:solidFill>
                <a:latin typeface="+mn-lt"/>
                <a:ea typeface="+mn-ea"/>
                <a:cs typeface="+mn-cs"/>
              </a:defRPr>
            </a:lvl5pPr>
          </a:lstStyle>
          <a:p>
            <a:pPr marL="342900" lvl="0" indent="-342900" defTabSz="914400">
              <a:spcBef>
                <a:spcPct val="20000"/>
              </a:spcBef>
              <a:buClrTx/>
              <a:buSzTx/>
              <a:buFont typeface="Arial" panose="020B0604020202020204" pitchFamily="34" charset="0"/>
              <a:buChar char="•"/>
            </a:pPr>
            <a:r>
              <a:rPr lang="en-US" altLang="en-GB" sz="2000" dirty="0">
                <a:solidFill>
                  <a:srgbClr val="000000"/>
                </a:solidFill>
                <a:latin typeface="Source Sans Pro" pitchFamily="34" charset="0"/>
              </a:rPr>
              <a:t>Chawla, N. V., et al. (2002). "SMOTE: Synthetic Minority Over-sampling Technique." Journal of Artificial Intelligence Research, 16, 321-357.</a:t>
            </a:r>
            <a:endParaRPr lang="en-US" altLang="en-GB" sz="2000" dirty="0">
              <a:solidFill>
                <a:srgbClr val="000000"/>
              </a:solidFill>
              <a:latin typeface="Source Sans Pro" pitchFamily="34" charset="0"/>
            </a:endParaRPr>
          </a:p>
          <a:p>
            <a:pPr marL="342900" lvl="0" indent="-342900" defTabSz="914400">
              <a:spcBef>
                <a:spcPct val="20000"/>
              </a:spcBef>
              <a:buClrTx/>
              <a:buSzTx/>
              <a:buFont typeface="Arial" panose="020B0604020202020204" pitchFamily="34" charset="0"/>
              <a:buChar char="•"/>
            </a:pPr>
            <a:endParaRPr lang="en-US" altLang="en-GB" sz="2000" dirty="0">
              <a:solidFill>
                <a:srgbClr val="000000"/>
              </a:solidFill>
              <a:latin typeface="Source Sans Pro" pitchFamily="34" charset="0"/>
            </a:endParaRPr>
          </a:p>
          <a:p>
            <a:pPr marL="342900" lvl="0" indent="-342900" defTabSz="914400">
              <a:spcBef>
                <a:spcPct val="20000"/>
              </a:spcBef>
              <a:buClrTx/>
              <a:buSzTx/>
              <a:buFont typeface="Arial" panose="020B0604020202020204" pitchFamily="34" charset="0"/>
              <a:buChar char="•"/>
            </a:pPr>
            <a:r>
              <a:rPr lang="en-US" altLang="en-GB" sz="2000" dirty="0">
                <a:solidFill>
                  <a:srgbClr val="000000"/>
                </a:solidFill>
                <a:latin typeface="Source Sans Pro" pitchFamily="34" charset="0"/>
              </a:rPr>
              <a:t>Lundberg, S. M., &amp; Lee, S.-I. (2017). "A Unified Approach to Interpreting Model Predictions (SHAP)." Advances in Neural Information Processing Systems, 30.</a:t>
            </a:r>
            <a:endParaRPr lang="en-US" altLang="en-GB" sz="2000" dirty="0">
              <a:solidFill>
                <a:srgbClr val="000000"/>
              </a:solidFill>
              <a:latin typeface="Source Sans Pro" pitchFamily="34" charset="0"/>
            </a:endParaRPr>
          </a:p>
          <a:p>
            <a:pPr marL="342900" lvl="0" indent="-342900" defTabSz="914400">
              <a:spcBef>
                <a:spcPct val="20000"/>
              </a:spcBef>
              <a:buClrTx/>
              <a:buSzTx/>
              <a:buFont typeface="Arial" panose="020B0604020202020204" pitchFamily="34" charset="0"/>
              <a:buChar char="•"/>
            </a:pPr>
            <a:endParaRPr lang="en-US" altLang="en-GB" sz="2000" dirty="0">
              <a:solidFill>
                <a:srgbClr val="000000"/>
              </a:solidFill>
              <a:latin typeface="Source Sans Pro" pitchFamily="34" charset="0"/>
            </a:endParaRPr>
          </a:p>
          <a:p>
            <a:pPr marL="342900" lvl="0" indent="-342900" defTabSz="914400">
              <a:spcBef>
                <a:spcPct val="20000"/>
              </a:spcBef>
              <a:buClrTx/>
              <a:buSzTx/>
              <a:buFont typeface="Arial" panose="020B0604020202020204" pitchFamily="34" charset="0"/>
              <a:buChar char="•"/>
            </a:pPr>
            <a:r>
              <a:rPr lang="en-US" altLang="en-GB" sz="2000" dirty="0">
                <a:solidFill>
                  <a:srgbClr val="000000"/>
                </a:solidFill>
                <a:latin typeface="Source Sans Pro" pitchFamily="34" charset="0"/>
              </a:rPr>
              <a:t>Kaggle Open Datasets (2024). Polycystic Ovary Syndrome (PCOS) Clinical Dataset.</a:t>
            </a:r>
            <a:endParaRPr lang="en-US" altLang="en-GB" sz="2000" dirty="0">
              <a:solidFill>
                <a:srgbClr val="000000"/>
              </a:solidFill>
              <a:latin typeface="Source Sans Pro" pitchFamily="34" charset="0"/>
            </a:endParaRPr>
          </a:p>
        </p:txBody>
      </p:sp>
    </p:spTree>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0722" name="Rectangle 1"/>
          <p:cNvSpPr/>
          <p:nvPr/>
        </p:nvSpPr>
        <p:spPr>
          <a:xfrm>
            <a:off x="647700" y="3057525"/>
            <a:ext cx="9070975" cy="1262063"/>
          </a:xfrm>
          <a:prstGeom prst="rect">
            <a:avLst/>
          </a:prstGeom>
          <a:noFill/>
          <a:ln w="9525">
            <a:noFill/>
          </a:ln>
        </p:spPr>
        <p:txBody>
          <a:bodyPr lIns="0" tIns="31680" rIns="0" bIns="0" anchor="ctr" anchorCtr="0"/>
          <a:p>
            <a:pPr algn="ctr" defTabSz="457200" eaLnBrk="1" hangingPunct="1">
              <a:lnSpc>
                <a:spcPct val="93000"/>
              </a:lnSpc>
              <a:buClr>
                <a:srgbClr val="000000"/>
              </a:buClr>
              <a:buSzPct val="100000"/>
              <a:buFont typeface="Times New Roman" panose="02020603050405020304" pitchFamily="16" charset="0"/>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r>
              <a:rPr lang="en-IN" altLang="en-US" sz="3600" b="1" dirty="0">
                <a:solidFill>
                  <a:srgbClr val="000000"/>
                </a:solidFill>
                <a:latin typeface="Times New Roman" panose="02020603050405020304" pitchFamily="16" charset="0"/>
                <a:cs typeface="DejaVu Sans" charset="0"/>
              </a:rPr>
              <a:t>Thank You...!!</a:t>
            </a:r>
            <a:endParaRPr lang="en-IN" altLang="en-US" sz="3600" b="1" dirty="0">
              <a:solidFill>
                <a:srgbClr val="000000"/>
              </a:solidFill>
              <a:latin typeface="Times New Roman" panose="02020603050405020304" pitchFamily="16" charset="0"/>
              <a:ea typeface="DejaVu Sans" charset="0"/>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0</TotalTime>
  <Words>5579</Words>
  <Application>WPS Presentation</Application>
  <PresentationFormat>Custom</PresentationFormat>
  <Paragraphs>129</Paragraphs>
  <Slides>15</Slides>
  <Notes>12</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15</vt:i4>
      </vt:variant>
    </vt:vector>
  </HeadingPairs>
  <TitlesOfParts>
    <vt:vector size="31" baseType="lpstr">
      <vt:lpstr>Arial</vt:lpstr>
      <vt:lpstr>SimSun</vt:lpstr>
      <vt:lpstr>Wingdings</vt:lpstr>
      <vt:lpstr>Trebuchet MS</vt:lpstr>
      <vt:lpstr>Wingdings 3</vt:lpstr>
      <vt:lpstr>Times New Roman</vt:lpstr>
      <vt:lpstr>DejaVu Sans</vt:lpstr>
      <vt:lpstr>Calibri</vt:lpstr>
      <vt:lpstr>Source Sans Pro</vt:lpstr>
      <vt:lpstr>Arial</vt:lpstr>
      <vt:lpstr>Noto Sans CJK SC Regular</vt:lpstr>
      <vt:lpstr>Segoe Print</vt:lpstr>
      <vt:lpstr>Microsoft YaHei</vt:lpstr>
      <vt:lpstr>Arial Unicode MS</vt:lpstr>
      <vt:lpstr>Facet</vt:lpstr>
      <vt:lpstr>1_Facet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Objectives</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 b</dc:creator>
  <cp:lastModifiedBy>NISHIGANDHA SAWANT</cp:lastModifiedBy>
  <cp:revision>22</cp:revision>
  <dcterms:created xsi:type="dcterms:W3CDTF">2017-10-25T08:22:14Z</dcterms:created>
  <dcterms:modified xsi:type="dcterms:W3CDTF">2026-10-08T18:05:18Z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12.0000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Custom</vt:lpwstr>
  </property>
  <property fmtid="{D5CDD505-2E9C-101B-9397-08002B2CF9AE}" pid="9" name="ScaleCrop">
    <vt:bool>false</vt:bool>
  </property>
  <property fmtid="{D5CDD505-2E9C-101B-9397-08002B2CF9AE}" pid="10" name="ShareDoc">
    <vt:bool>false</vt:bool>
  </property>
  <property fmtid="{D5CDD505-2E9C-101B-9397-08002B2CF9AE}" pid="11" name="Slides">
    <vt:i4>6</vt:i4>
  </property>
  <property fmtid="{D5CDD505-2E9C-101B-9397-08002B2CF9AE}" pid="12" name="ICV">
    <vt:lpwstr>09CF7144EC8A434984CF8AC6D595CA50_13</vt:lpwstr>
  </property>
  <property fmtid="{D5CDD505-2E9C-101B-9397-08002B2CF9AE}" pid="13" name="KSOProductBuildVer">
    <vt:lpwstr>2057-12.2.0.23206</vt:lpwstr>
  </property>
</Properties>
</file>